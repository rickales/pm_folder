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Ex7.xml" ContentType="application/vnd.ms-office.chartex+xml"/>
  <Override PartName="/ppt/charts/style7.xml" ContentType="application/vnd.ms-office.chartstyle+xml"/>
  <Override PartName="/ppt/charts/colors7.xml" ContentType="application/vnd.ms-office.chartcolorstyle+xml"/>
  <Override PartName="/ppt/charts/chartEx8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charts/chartEx9.xml" ContentType="application/vnd.ms-office.chartex+xml"/>
  <Override PartName="/ppt/charts/style9.xml" ContentType="application/vnd.ms-office.chartstyle+xml"/>
  <Override PartName="/ppt/charts/colors9.xml" ContentType="application/vnd.ms-office.chartcolorstyle+xml"/>
  <Override PartName="/ppt/charts/chartEx10.xml" ContentType="application/vnd.ms-office.chartex+xml"/>
  <Override PartName="/ppt/charts/style10.xml" ContentType="application/vnd.ms-office.chartstyle+xml"/>
  <Override PartName="/ppt/charts/colors10.xml" ContentType="application/vnd.ms-office.chartcolorstyle+xml"/>
  <Override PartName="/ppt/charts/chartEx11.xml" ContentType="application/vnd.ms-office.chartex+xml"/>
  <Override PartName="/ppt/charts/style11.xml" ContentType="application/vnd.ms-office.chartstyle+xml"/>
  <Override PartName="/ppt/charts/colors11.xml" ContentType="application/vnd.ms-office.chartcolorstyle+xml"/>
  <Override PartName="/ppt/charts/chartEx12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notesSlides/notesSlide2.xml" ContentType="application/vnd.openxmlformats-officedocument.presentationml.notesSlide+xml"/>
  <Override PartName="/ppt/charts/chartEx13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ppt/charts/chartEx14.xml" ContentType="application/vnd.ms-office.chartex+xml"/>
  <Override PartName="/ppt/charts/style14.xml" ContentType="application/vnd.ms-office.chartstyle+xml"/>
  <Override PartName="/ppt/charts/colors14.xml" ContentType="application/vnd.ms-office.chartcolorstyle+xml"/>
  <Override PartName="/ppt/charts/chartEx15.xml" ContentType="application/vnd.ms-office.chartex+xml"/>
  <Override PartName="/ppt/charts/style15.xml" ContentType="application/vnd.ms-office.chartstyle+xml"/>
  <Override PartName="/ppt/charts/colors15.xml" ContentType="application/vnd.ms-office.chartcolorstyle+xml"/>
  <Override PartName="/ppt/charts/chartEx16.xml" ContentType="application/vnd.ms-office.chartex+xml"/>
  <Override PartName="/ppt/charts/style16.xml" ContentType="application/vnd.ms-office.chartstyle+xml"/>
  <Override PartName="/ppt/charts/colors16.xml" ContentType="application/vnd.ms-office.chartcolorstyle+xml"/>
  <Override PartName="/ppt/charts/chartEx17.xml" ContentType="application/vnd.ms-office.chartex+xml"/>
  <Override PartName="/ppt/charts/style17.xml" ContentType="application/vnd.ms-office.chartstyle+xml"/>
  <Override PartName="/ppt/charts/colors17.xml" ContentType="application/vnd.ms-office.chartcolorstyle+xml"/>
  <Override PartName="/ppt/charts/chartEx18.xml" ContentType="application/vnd.ms-office.chartex+xml"/>
  <Override PartName="/ppt/charts/style18.xml" ContentType="application/vnd.ms-office.chartstyle+xml"/>
  <Override PartName="/ppt/charts/colors18.xml" ContentType="application/vnd.ms-office.chartcolorstyle+xml"/>
  <Override PartName="/ppt/charts/chartEx19.xml" ContentType="application/vnd.ms-office.chartex+xml"/>
  <Override PartName="/ppt/charts/style19.xml" ContentType="application/vnd.ms-office.chartstyle+xml"/>
  <Override PartName="/ppt/charts/colors19.xml" ContentType="application/vnd.ms-office.chartcolorstyle+xml"/>
  <Override PartName="/ppt/charts/chartEx20.xml" ContentType="application/vnd.ms-office.chartex+xml"/>
  <Override PartName="/ppt/charts/style20.xml" ContentType="application/vnd.ms-office.chartstyle+xml"/>
  <Override PartName="/ppt/charts/colors2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7" autoAdjust="0"/>
    <p:restoredTop sz="94660"/>
  </p:normalViewPr>
  <p:slideViewPr>
    <p:cSldViewPr snapToGrid="0">
      <p:cViewPr varScale="1">
        <p:scale>
          <a:sx n="55" d="100"/>
          <a:sy n="55" d="100"/>
        </p:scale>
        <p:origin x="7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AllenProjects\AAP_MLOI\$ReportFiles\123456-00013_Results.xlsx" TargetMode="External"/></Relationships>
</file>

<file path=ppt/charts/_rels/chartEx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AllenProjects\AAP_MLOI\$ReportFiles\123456-00013_Results.xlsx" TargetMode="External"/></Relationships>
</file>

<file path=ppt/charts/_rels/chartEx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oleObject" Target="file:///C:\AllenProjects\AAP_MLOI\$ReportFiles\123456-00013_Results.xlsx" TargetMode="External"/></Relationships>
</file>

<file path=ppt/charts/_rels/chartEx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AllenProjects\AAP_MLOI\$ReportFiles\123456-00013_Results.xlsx" TargetMode="External"/></Relationships>
</file>

<file path=ppt/charts/_rels/chartEx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oleObject" Target="file:///C:\AllenProjects\AAP_MLOI\$ReportFiles\123456-00010_Results.xlsx" TargetMode="External"/></Relationships>
</file>

<file path=ppt/charts/_rels/chartEx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19.xml.rels><?xml version="1.0" encoding="UTF-8" standalone="yes"?>
<Relationships xmlns="http://schemas.openxmlformats.org/package/2006/relationships"><Relationship Id="rId3" Type="http://schemas.microsoft.com/office/2011/relationships/chartColorStyle" Target="colors19.xml"/><Relationship Id="rId2" Type="http://schemas.microsoft.com/office/2011/relationships/chartStyle" Target="style19.xml"/><Relationship Id="rId1" Type="http://schemas.openxmlformats.org/officeDocument/2006/relationships/oleObject" Target="file:///C:\AllenProjects\AAP_MLOI\$ReportFiles\123456-00011_Results.xlsx" TargetMode="External"/></Relationships>
</file>

<file path=ppt/charts/_rels/chartEx20.xml.rels><?xml version="1.0" encoding="UTF-8" standalone="yes"?>
<Relationships xmlns="http://schemas.openxmlformats.org/package/2006/relationships"><Relationship Id="rId3" Type="http://schemas.microsoft.com/office/2011/relationships/chartColorStyle" Target="colors20.xml"/><Relationship Id="rId2" Type="http://schemas.microsoft.com/office/2011/relationships/chartStyle" Target="style20.xml"/><Relationship Id="rId1" Type="http://schemas.openxmlformats.org/officeDocument/2006/relationships/oleObject" Target="file:///C:\AllenProjects\AAP_MLOI\$ReportFiles\123456-00011_Results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SwLevel_28!$A$3:$A$9</cx:f>
        <cx:lvl ptCount="7" formatCode="General"/>
      </cx:numDim>
    </cx:data>
    <cx:data id="1">
      <cx:numDim type="val">
        <cx:f>SwLevel_28!$B$3:$B$9</cx:f>
        <cx:lvl ptCount="7" formatCode="General">
          <cx:pt idx="0">-0.024000000000000021</cx:pt>
          <cx:pt idx="1">0.020999999999999908</cx:pt>
          <cx:pt idx="2">0.0080000000000000071</cx:pt>
          <cx:pt idx="3">0.011999999999999567</cx:pt>
          <cx:pt idx="4">0.011000000000000121</cx:pt>
          <cx:pt idx="5">0.0060000000000002274</cx:pt>
          <cx:pt idx="6">0.0069999999999996732</cx:pt>
        </cx:lvl>
      </cx:numDim>
    </cx:data>
    <cx:data id="2">
      <cx:numDim type="val">
        <cx:f>SwLevel_28!$C$3:$C$9</cx:f>
        <cx:lvl ptCount="7" formatCode="General">
          <cx:pt idx="0">-0.063999999999999169</cx:pt>
          <cx:pt idx="1">-0.025999999999999801</cx:pt>
          <cx:pt idx="2">-0.039999999999999147</cx:pt>
          <cx:pt idx="3">-0.033999999999999808</cx:pt>
          <cx:pt idx="4">-0.028999999999999915</cx:pt>
          <cx:pt idx="5">-0.034999999999999254</cx:pt>
          <cx:pt idx="6">-0.037999999999999368</cx:pt>
        </cx:lvl>
      </cx:numDim>
    </cx:data>
    <cx:data id="3">
      <cx:numDim type="val">
        <cx:f>SwLevel_28!$D$3:$D$9</cx:f>
        <cx:lvl ptCount="7" formatCode="General">
          <cx:pt idx="0">-0.065000000000000391</cx:pt>
          <cx:pt idx="1">-0.038000000000000256</cx:pt>
          <cx:pt idx="2">-0.033000000000000362</cx:pt>
          <cx:pt idx="3">-0.035000000000000142</cx:pt>
          <cx:pt idx="4">-0.036000000000000476</cx:pt>
          <cx:pt idx="5">-0.034000000000000696</cx:pt>
          <cx:pt idx="6">-0.036000000000000476</cx:pt>
        </cx:lvl>
      </cx:numDim>
    </cx:data>
    <cx:data id="4">
      <cx:numDim type="val">
        <cx:f>SwLevel_28!$E$3:$E$9</cx:f>
        <cx:lvl ptCount="7" formatCode="General">
          <cx:pt idx="0">-0.062999999999999723</cx:pt>
          <cx:pt idx="1">-0.035000000000000142</cx:pt>
          <cx:pt idx="2">-0.038000000000000256</cx:pt>
          <cx:pt idx="3">-0.032999999999999474</cx:pt>
          <cx:pt idx="4">-0.030999999999999694</cx:pt>
          <cx:pt idx="5">-0.038000000000000256</cx:pt>
          <cx:pt idx="6">-0.040999999999999481</cx:pt>
        </cx:lvl>
      </cx:numDim>
    </cx:data>
    <cx:data id="5">
      <cx:numDim type="val">
        <cx:f>SwLevel_28!$F$3:$F$9</cx:f>
        <cx:lvl ptCount="7" formatCode="General">
          <cx:pt idx="0">-0.051999999999999602</cx:pt>
          <cx:pt idx="1">-0.01499999999999968</cx:pt>
          <cx:pt idx="2">-0.028999999999999915</cx:pt>
          <cx:pt idx="3">-0.024000000000000021</cx:pt>
          <cx:pt idx="4">-0.020000000000000462</cx:pt>
          <cx:pt idx="5">-0.017999999999999794</cx:pt>
          <cx:pt idx="6">-0.012999999999999901</cx:pt>
        </cx:lvl>
      </cx:numDim>
    </cx:data>
    <cx:data id="6">
      <cx:numDim type="val">
        <cx:f>SwLevel_28!$G$3:$G$9</cx:f>
        <cx:lvl ptCount="7" formatCode="General">
          <cx:pt idx="0">-0.05600000000000005</cx:pt>
          <cx:pt idx="1">-0.011000000000000121</cx:pt>
          <cx:pt idx="2">-0.020999999999999908</cx:pt>
          <cx:pt idx="3">-0.0090000000000003411</cx:pt>
          <cx:pt idx="4">-0.0090000000000003411</cx:pt>
          <cx:pt idx="5">-0.012000000000000455</cx:pt>
          <cx:pt idx="6">-0.0049999999999998934</cx:pt>
        </cx:lvl>
      </cx:numDim>
    </cx:data>
    <cx:data id="7">
      <cx:numDim type="val">
        <cx:f>SwLevel_28!$H$3:$H$9</cx:f>
        <cx:lvl ptCount="7" formatCode="General">
          <cx:pt idx="0">-0.047999999999999154</cx:pt>
          <cx:pt idx="1">-0.0099999999999997868</cx:pt>
          <cx:pt idx="2">-0.037999999999999368</cx:pt>
          <cx:pt idx="3">-0.026999999999999247</cx:pt>
          <cx:pt idx="4">-0.034999999999999254</cx:pt>
          <cx:pt idx="5">-0.035999999999999588</cx:pt>
          <cx:pt idx="6">-0.024999999999999467</cx:pt>
        </cx:lvl>
      </cx:numDim>
    </cx:data>
    <cx:data id="8">
      <cx:numDim type="val">
        <cx:f>SwLevel_28!$I$3:$I$9</cx:f>
        <cx:lvl ptCount="7" formatCode="General">
          <cx:pt idx="0">-0.045000000000000817</cx:pt>
          <cx:pt idx="1">-0.015000000000000568</cx:pt>
          <cx:pt idx="2">-0.017000000000000348</cx:pt>
          <cx:pt idx="3">-0.031000000000000583</cx:pt>
          <cx:pt idx="4">-0.029000000000000803</cx:pt>
          <cx:pt idx="5">-0.027000000000000135</cx:pt>
          <cx:pt idx="6">-0.020000000000000462</cx:pt>
        </cx:lvl>
      </cx:numDim>
    </cx:data>
    <cx:data id="9">
      <cx:numDim type="val">
        <cx:f>SwLevel_28!$J$3:$J$9</cx:f>
        <cx:lvl ptCount="7" formatCode="General">
          <cx:pt idx="0">-0.044000000000000039</cx:pt>
          <cx:pt idx="1">-0.025999999999999801</cx:pt>
          <cx:pt idx="2">-0.0099999999999997868</cx:pt>
          <cx:pt idx="3">-0.0049999999999998934</cx:pt>
          <cx:pt idx="4">-0.008999999999999897</cx:pt>
          <cx:pt idx="5">-0.008999999999999897</cx:pt>
          <cx:pt idx="6">-0.024999999999999911</cx:pt>
        </cx:lvl>
      </cx:numDim>
    </cx:data>
    <cx:data id="10">
      <cx:numDim type="val">
        <cx:f>SwLevel_28!$K$3:$K$9</cx:f>
        <cx:lvl ptCount="7" formatCode="General">
          <cx:pt idx="0">-0.048000000000000043</cx:pt>
          <cx:pt idx="1">-0.019000000000000128</cx:pt>
          <cx:pt idx="2">-0.031000000000000139</cx:pt>
          <cx:pt idx="3">-0.027000000000000135</cx:pt>
          <cx:pt idx="4">-0.024000000000000021</cx:pt>
          <cx:pt idx="5">-0.028000000000000025</cx:pt>
          <cx:pt idx="6">-0.011000000000000121</cx:pt>
        </cx:lvl>
      </cx:numDim>
    </cx:data>
  </cx:chartData>
  <cx:chart>
    <cx:title pos="t" align="ctr" overlay="0">
      <cx:tx>
        <cx:txData>
          <cx:v>SwLevel_28_ChA Fill Difference</cx:v>
        </cx:txData>
      </cx:tx>
    </cx:title>
    <cx:plotArea>
      <cx:plotAreaRegion>
        <cx:series layoutId="boxWhisker" uniqueId="{00000001-27A0-40D7-8216-3D3AD49EED78}">
          <cx:tx>
            <cx:txData>
              <cx:f>SwLevel_28!$A$2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27A0-40D7-8216-3D3AD49EED78}">
          <cx:tx>
            <cx:txData>
              <cx:f>SwLevel_28!$B$2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27A0-40D7-8216-3D3AD49EED78}">
          <cx:tx>
            <cx:txData>
              <cx:f>SwLevel_28!$C$2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27A0-40D7-8216-3D3AD49EED78}">
          <cx:tx>
            <cx:txData>
              <cx:f>SwLevel_28!$D$2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27A0-40D7-8216-3D3AD49EED78}">
          <cx:tx>
            <cx:txData>
              <cx:f>SwLevel_28!$E$2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27A0-40D7-8216-3D3AD49EED78}">
          <cx:tx>
            <cx:txData>
              <cx:f>SwLevel_28!$F$2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27A0-40D7-8216-3D3AD49EED78}">
          <cx:tx>
            <cx:txData>
              <cx:f>SwLevel_28!$G$2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27A0-40D7-8216-3D3AD49EED78}">
          <cx:tx>
            <cx:txData>
              <cx:f>SwLevel_28!$H$2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27A0-40D7-8216-3D3AD49EED78}">
          <cx:tx>
            <cx:txData>
              <cx:f>SwLevel_28!$I$2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27A0-40D7-8216-3D3AD49EED78}">
          <cx:tx>
            <cx:txData>
              <cx:f>SwLevel_28!$J$2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27A0-40D7-8216-3D3AD49EED78}">
          <cx:tx>
            <cx:txData>
              <cx:f>SwLevel_28!$K$2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SwLevel_28!$L$3:$L$9</cx:f>
        <cx:lvl ptCount="7" formatCode="General">
          <cx:pt idx="0">0.040000000000000036</cx:pt>
          <cx:pt idx="1">0.041999999999999815</cx:pt>
          <cx:pt idx="2">0.042999999999999261</cx:pt>
          <cx:pt idx="3">0.040000000000000036</cx:pt>
          <cx:pt idx="4">0.037999999999999368</cx:pt>
          <cx:pt idx="5">0.041999999999999815</cx:pt>
          <cx:pt idx="6">0.044999999999999929</cx:pt>
        </cx:lvl>
      </cx:numDim>
    </cx:data>
    <cx:data id="1">
      <cx:numDim type="val">
        <cx:f>SwLevel_28!$M$3:$M$9</cx:f>
        <cx:lvl ptCount="7" formatCode="General">
          <cx:pt idx="0">0.030000000000000249</cx:pt>
          <cx:pt idx="1">0.036000000000000476</cx:pt>
          <cx:pt idx="2">0.030000000000000249</cx:pt>
          <cx:pt idx="3">0.028000000000000469</cx:pt>
          <cx:pt idx="4">0.034000000000000696</cx:pt>
          <cx:pt idx="5">0.033000000000000362</cx:pt>
          <cx:pt idx="6">0.033000000000000362</cx:pt>
        </cx:lvl>
      </cx:numDim>
    </cx:data>
    <cx:data id="2">
      <cx:numDim type="val">
        <cx:f>SwLevel_28!$N$3:$N$9</cx:f>
        <cx:lvl ptCount="7" formatCode="General">
          <cx:pt idx="0">0.030000000000000249</cx:pt>
          <cx:pt idx="1">0.036000000000000476</cx:pt>
          <cx:pt idx="2">0.027000000000000135</cx:pt>
          <cx:pt idx="3">0.027000000000000135</cx:pt>
          <cx:pt idx="4">0.036000000000000476</cx:pt>
          <cx:pt idx="5">0.035000000000000142</cx:pt>
          <cx:pt idx="6">0.032000000000000028</cx:pt>
        </cx:lvl>
      </cx:numDim>
    </cx:data>
    <cx:data id="3">
      <cx:numDim type="val">
        <cx:f>SwLevel_28!$O$3:$O$9</cx:f>
        <cx:lvl ptCount="7" formatCode="General">
          <cx:pt idx="0">0.027000000000000135</cx:pt>
          <cx:pt idx="1">0.028999999999999915</cx:pt>
          <cx:pt idx="2">0.025999999999999801</cx:pt>
          <cx:pt idx="3">0.025000000000000355</cx:pt>
          <cx:pt idx="4">0.030000000000000249</cx:pt>
          <cx:pt idx="5">0.030000000000000249</cx:pt>
          <cx:pt idx="6">0.030999999999999694</cx:pt>
        </cx:lvl>
      </cx:numDim>
    </cx:data>
    <cx:data id="4">
      <cx:numDim type="val">
        <cx:f>SwLevel_28!$P$3:$P$9</cx:f>
        <cx:lvl ptCount="7" formatCode="General">
          <cx:pt idx="0">0.036999999999999922</cx:pt>
          <cx:pt idx="1">0.043000000000000149</cx:pt>
          <cx:pt idx="2">0.040999999999999481</cx:pt>
          <cx:pt idx="3">0.038000000000000256</cx:pt>
          <cx:pt idx="4">0.040999999999999481</cx:pt>
          <cx:pt idx="5">0.043999999999999595</cx:pt>
          <cx:pt idx="6">0.041999999999999815</cx:pt>
        </cx:lvl>
      </cx:numDim>
    </cx:data>
    <cx:data id="5">
      <cx:numDim type="val">
        <cx:f>SwLevel_28!$Q$3:$Q$9</cx:f>
        <cx:lvl ptCount="7" formatCode="General">
          <cx:pt idx="0">0.040000000000000036</cx:pt>
          <cx:pt idx="1">0.036999999999999922</cx:pt>
          <cx:pt idx="2">0.030999999999999694</cx:pt>
          <cx:pt idx="3">0.029999999999999361</cx:pt>
          <cx:pt idx="4">0.038999999999999702</cx:pt>
          <cx:pt idx="5">0.038999999999999702</cx:pt>
          <cx:pt idx="6">0.035999999999999588</cx:pt>
        </cx:lvl>
      </cx:numDim>
    </cx:data>
    <cx:data id="6">
      <cx:numDim type="val">
        <cx:f>SwLevel_28!$R$3:$R$9</cx:f>
        <cx:lvl ptCount="7" formatCode="General">
          <cx:pt idx="0">0.0040000000000004476</cx:pt>
          <cx:pt idx="1">0.032000000000000028</cx:pt>
          <cx:pt idx="2">0.030000000000000249</cx:pt>
          <cx:pt idx="3">0.028999999999999915</cx:pt>
          <cx:pt idx="4">0.036999999999999922</cx:pt>
          <cx:pt idx="5">0.035000000000000142</cx:pt>
          <cx:pt idx="6">0.034000000000000696</cx:pt>
        </cx:lvl>
      </cx:numDim>
    </cx:data>
    <cx:data id="7">
      <cx:numDim type="val">
        <cx:f>SwLevel_28!$S$3:$S$9</cx:f>
        <cx:lvl ptCount="7" formatCode="General">
          <cx:pt idx="0">-0.0049999999999998934</cx:pt>
          <cx:pt idx="1">0.035000000000000142</cx:pt>
          <cx:pt idx="2">0.036999999999999922</cx:pt>
          <cx:pt idx="3">0.035000000000000142</cx:pt>
          <cx:pt idx="4">0.040000000000000036</cx:pt>
          <cx:pt idx="5">0.03900000000000059</cx:pt>
          <cx:pt idx="6">0.036999999999999922</cx:pt>
        </cx:lvl>
      </cx:numDim>
    </cx:data>
    <cx:data id="8">
      <cx:numDim type="val">
        <cx:f>SwLevel_28!$T$3:$T$9</cx:f>
        <cx:lvl ptCount="7" formatCode="General">
          <cx:pt idx="0">0.0049999999999998934</cx:pt>
          <cx:pt idx="1">0.040000000000000036</cx:pt>
          <cx:pt idx="2">0.037999999999999812</cx:pt>
          <cx:pt idx="3">0.028999999999999915</cx:pt>
          <cx:pt idx="4">0.039000000000000146</cx:pt>
          <cx:pt idx="5">0.039000000000000146</cx:pt>
          <cx:pt idx="6">0.044000000000000039</cx:pt>
        </cx:lvl>
      </cx:numDim>
    </cx:data>
    <cx:data id="9">
      <cx:numDim type="val">
        <cx:f>SwLevel_28!$U$3:$U$9</cx:f>
        <cx:lvl ptCount="7" formatCode="General">
          <cx:pt idx="0">0.0080000000000000071</cx:pt>
          <cx:pt idx="1">0.041999999999999815</cx:pt>
          <cx:pt idx="2">0.032999999999999918</cx:pt>
          <cx:pt idx="3">0.041999999999999815</cx:pt>
          <cx:pt idx="4">0.036999999999999922</cx:pt>
          <cx:pt idx="5">0.032999999999999918</cx:pt>
          <cx:pt idx="6">0.044000000000000039</cx:pt>
        </cx:lvl>
      </cx:numDim>
    </cx:data>
    <cx:data id="10">
      <cx:numDim type="val">
        <cx:f>SwLevel_28!$V$3:$V$9</cx:f>
        <cx:lvl ptCount="7" formatCode="General"/>
      </cx:numDim>
    </cx:data>
  </cx:chartData>
  <cx:chart>
    <cx:title pos="t" align="ctr" overlay="0">
      <cx:tx>
        <cx:txData>
          <cx:v>SwLevel_28_ChA Drain Difference</cx:v>
        </cx:txData>
      </cx:tx>
    </cx:title>
    <cx:plotArea>
      <cx:plotAreaRegion>
        <cx:series layoutId="boxWhisker" uniqueId="{00000001-3F57-4AFE-9541-E5E1B000B350}">
          <cx:tx>
            <cx:txData>
              <cx:f>SwLevel_28!$L$2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3F57-4AFE-9541-E5E1B000B350}">
          <cx:tx>
            <cx:txData>
              <cx:f>SwLevel_28!$M$2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3F57-4AFE-9541-E5E1B000B350}">
          <cx:tx>
            <cx:txData>
              <cx:f>SwLevel_28!$N$2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3F57-4AFE-9541-E5E1B000B350}">
          <cx:tx>
            <cx:txData>
              <cx:f>SwLevel_28!$O$2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3F57-4AFE-9541-E5E1B000B350}">
          <cx:tx>
            <cx:txData>
              <cx:f>SwLevel_28!$P$2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3F57-4AFE-9541-E5E1B000B350}">
          <cx:tx>
            <cx:txData>
              <cx:f>SwLevel_28!$Q$2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3F57-4AFE-9541-E5E1B000B350}">
          <cx:tx>
            <cx:txData>
              <cx:f>SwLevel_28!$R$2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3F57-4AFE-9541-E5E1B000B350}">
          <cx:tx>
            <cx:txData>
              <cx:f>SwLevel_28!$S$2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3F57-4AFE-9541-E5E1B000B350}">
          <cx:tx>
            <cx:txData>
              <cx:f>SwLevel_28!$T$2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3F57-4AFE-9541-E5E1B000B350}">
          <cx:tx>
            <cx:txData>
              <cx:f>SwLevel_28!$U$2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3F57-4AFE-9541-E5E1B000B350}">
          <cx:tx>
            <cx:txData>
              <cx:f>SwLevel_28!$V$2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SwLevel_28!$W$3:$W$9</cx:f>
        <cx:lvl ptCount="7" formatCode="General"/>
      </cx:numDim>
    </cx:data>
    <cx:data id="1">
      <cx:numDim type="val">
        <cx:f>SwLevel_28!$X$3:$X$9</cx:f>
        <cx:lvl ptCount="7" formatCode="General">
          <cx:pt idx="0">-0.054999999999999716</cx:pt>
          <cx:pt idx="1">-0.019000000000000128</cx:pt>
          <cx:pt idx="2">-0.030000000000000249</cx:pt>
          <cx:pt idx="3">-0.022000000000000242</cx:pt>
          <cx:pt idx="4">-0.025999999999999801</cx:pt>
          <cx:pt idx="5">-0.027999999999999581</cx:pt>
          <cx:pt idx="6">-0.027999999999999581</cx:pt>
        </cx:lvl>
      </cx:numDim>
    </cx:data>
    <cx:data id="2">
      <cx:numDim type="val">
        <cx:f>SwLevel_28!$Y$3:$Y$9</cx:f>
        <cx:lvl ptCount="7" formatCode="General">
          <cx:pt idx="0">-0.051999999999999602</cx:pt>
          <cx:pt idx="1">-0.017000000000000348</cx:pt>
          <cx:pt idx="2">-0.024000000000000021</cx:pt>
          <cx:pt idx="3">-0.022000000000000242</cx:pt>
          <cx:pt idx="4">-0.022000000000000242</cx:pt>
          <cx:pt idx="5">-0.019000000000000128</cx:pt>
          <cx:pt idx="6">-0.022000000000000242</cx:pt>
        </cx:lvl>
      </cx:numDim>
    </cx:data>
    <cx:data id="3">
      <cx:numDim type="val">
        <cx:f>SwLevel_28!$Z$3:$Z$9</cx:f>
        <cx:lvl ptCount="7" formatCode="General">
          <cx:pt idx="0">-0.041999999999999815</cx:pt>
          <cx:pt idx="1">-0.017999999999999794</cx:pt>
          <cx:pt idx="2">-0.024000000000000021</cx:pt>
          <cx:pt idx="3">-0.025999999999999801</cx:pt>
          <cx:pt idx="4">-0.027000000000000135</cx:pt>
          <cx:pt idx="5">-0.023000000000000576</cx:pt>
          <cx:pt idx="6">-0.027000000000000135</cx:pt>
        </cx:lvl>
      </cx:numDim>
    </cx:data>
    <cx:data id="4">
      <cx:numDim type="val">
        <cx:f>SwLevel_28!$AA$3:$AA$9</cx:f>
        <cx:lvl ptCount="7" formatCode="General">
          <cx:pt idx="0">-0.054999999999999716</cx:pt>
          <cx:pt idx="1">-0.036999999999999922</cx:pt>
          <cx:pt idx="2">-0.038999999999999702</cx:pt>
          <cx:pt idx="3">-0.028999999999999915</cx:pt>
          <cx:pt idx="4">-0.025999999999999801</cx:pt>
          <cx:pt idx="5">-0.034999999999999254</cx:pt>
          <cx:pt idx="6">-0.027999999999999581</cx:pt>
        </cx:lvl>
      </cx:numDim>
    </cx:data>
    <cx:data id="5">
      <cx:numDim type="val">
        <cx:f>SwLevel_28!$AB$3:$AB$9</cx:f>
        <cx:lvl ptCount="7" formatCode="General">
          <cx:pt idx="0">-0.042000000000000703</cx:pt>
          <cx:pt idx="1">-0.019000000000000128</cx:pt>
          <cx:pt idx="2">-0.032000000000000917</cx:pt>
          <cx:pt idx="3">-0.022000000000000242</cx:pt>
          <cx:pt idx="4">-0.022000000000000242</cx:pt>
          <cx:pt idx="5">-0.027000000000000135</cx:pt>
          <cx:pt idx="6">-0.021000000000000796</cx:pt>
        </cx:lvl>
      </cx:numDim>
    </cx:data>
    <cx:data id="6">
      <cx:numDim type="val">
        <cx:f>SwLevel_28!$AC$3:$AC$9</cx:f>
        <cx:lvl ptCount="7" formatCode="General">
          <cx:pt idx="0">-0.044999999999999929</cx:pt>
          <cx:pt idx="1">0.0049999999999998934</cx:pt>
          <cx:pt idx="2">-0.022000000000000242</cx:pt>
          <cx:pt idx="3">-0.0060000000000002274</cx:pt>
          <cx:pt idx="4">-0.0089999999999994529</cx:pt>
          <cx:pt idx="5">-0.017999999999999794</cx:pt>
          <cx:pt idx="6">-0.0080000000000000071</cx:pt>
        </cx:lvl>
      </cx:numDim>
    </cx:data>
    <cx:data id="7">
      <cx:numDim type="val">
        <cx:f>SwLevel_28!$AD$3:$AD$9</cx:f>
        <cx:lvl ptCount="7" formatCode="General">
          <cx:pt idx="0">-0.051000000000000156</cx:pt>
          <cx:pt idx="1">-0.020000000000000462</cx:pt>
          <cx:pt idx="2">-0.020999999999999908</cx:pt>
          <cx:pt idx="3">-0.020000000000000462</cx:pt>
          <cx:pt idx="4">-0.022000000000000242</cx:pt>
          <cx:pt idx="5">-0.020999999999999908</cx:pt>
          <cx:pt idx="6">-0.01499999999999968</cx:pt>
        </cx:lvl>
      </cx:numDim>
    </cx:data>
    <cx:data id="8">
      <cx:numDim type="val">
        <cx:f>SwLevel_28!$AE$3:$AE$9</cx:f>
        <cx:lvl ptCount="7" formatCode="General">
          <cx:pt idx="0">-0.05400000000000027</cx:pt>
          <cx:pt idx="1">-0.028999999999999915</cx:pt>
          <cx:pt idx="2">-0.0070000000000005613</cx:pt>
          <cx:pt idx="3">-0.017000000000000348</cx:pt>
          <cx:pt idx="4">-0.016000000000000014</cx:pt>
          <cx:pt idx="5">-0.017000000000000348</cx:pt>
          <cx:pt idx="6">-0.028999999999999915</cx:pt>
        </cx:lvl>
      </cx:numDim>
    </cx:data>
    <cx:data id="9">
      <cx:numDim type="val">
        <cx:f>SwLevel_28!$AF$3:$AF$9</cx:f>
        <cx:lvl ptCount="7" formatCode="General">
          <cx:pt idx="0">-0.03900000000000059</cx:pt>
          <cx:pt idx="1">-0.0050000000000003375</cx:pt>
          <cx:pt idx="2">-0.017000000000000348</cx:pt>
          <cx:pt idx="3">-0.012000000000000455</cx:pt>
          <cx:pt idx="4">-0.014000000000000234</cx:pt>
          <cx:pt idx="5">-0.016000000000000458</cx:pt>
          <cx:pt idx="6">-0.012000000000000455</cx:pt>
        </cx:lvl>
      </cx:numDim>
    </cx:data>
    <cx:data id="10">
      <cx:numDim type="val">
        <cx:f>SwLevel_28!$AG$3:$AG$9</cx:f>
        <cx:lvl ptCount="7" formatCode="General">
          <cx:pt idx="0">-0.043999999999999595</cx:pt>
          <cx:pt idx="1">-0.017999999999999794</cx:pt>
          <cx:pt idx="2">-0.010999999999999677</cx:pt>
          <cx:pt idx="3">-0.01599999999999957</cx:pt>
          <cx:pt idx="4">-0.012999999999999901</cx:pt>
          <cx:pt idx="5">-0.012999999999999901</cx:pt>
          <cx:pt idx="6">-0.0039999999999995595</cx:pt>
        </cx:lvl>
      </cx:numDim>
    </cx:data>
  </cx:chartData>
  <cx:chart>
    <cx:title pos="t" align="ctr" overlay="0">
      <cx:tx>
        <cx:txData>
          <cx:v>SwLevel_28_ChB Fill Difference</cx:v>
        </cx:txData>
      </cx:tx>
    </cx:title>
    <cx:plotArea>
      <cx:plotAreaRegion>
        <cx:series layoutId="boxWhisker" uniqueId="{00000001-6DA1-4D46-8EBB-34769A6A1989}">
          <cx:tx>
            <cx:txData>
              <cx:f>SwLevel_28!$W$2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6DA1-4D46-8EBB-34769A6A1989}">
          <cx:tx>
            <cx:txData>
              <cx:f>SwLevel_28!$X$2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6DA1-4D46-8EBB-34769A6A1989}">
          <cx:tx>
            <cx:txData>
              <cx:f>SwLevel_28!$Y$2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6DA1-4D46-8EBB-34769A6A1989}">
          <cx:tx>
            <cx:txData>
              <cx:f>SwLevel_28!$Z$2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6DA1-4D46-8EBB-34769A6A1989}">
          <cx:tx>
            <cx:txData>
              <cx:f>SwLevel_28!$AA$2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6DA1-4D46-8EBB-34769A6A1989}">
          <cx:tx>
            <cx:txData>
              <cx:f>SwLevel_28!$AB$2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6DA1-4D46-8EBB-34769A6A1989}">
          <cx:tx>
            <cx:txData>
              <cx:f>SwLevel_28!$AC$2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6DA1-4D46-8EBB-34769A6A1989}">
          <cx:tx>
            <cx:txData>
              <cx:f>SwLevel_28!$AD$2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6DA1-4D46-8EBB-34769A6A1989}">
          <cx:tx>
            <cx:txData>
              <cx:f>SwLevel_28!$AE$2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6DA1-4D46-8EBB-34769A6A1989}">
          <cx:tx>
            <cx:txData>
              <cx:f>SwLevel_28!$AF$2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6DA1-4D46-8EBB-34769A6A1989}">
          <cx:tx>
            <cx:txData>
              <cx:f>SwLevel_28!$AG$2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SwLevel_28!$AH$3:$AH$9</cx:f>
        <cx:lvl ptCount="7" formatCode="General">
          <cx:pt idx="0">0.036999999999999922</cx:pt>
          <cx:pt idx="1">0.035999999999999588</cx:pt>
          <cx:pt idx="2">0.033999999999999808</cx:pt>
          <cx:pt idx="3">0.035999999999999588</cx:pt>
          <cx:pt idx="4">0.033999999999999808</cx:pt>
          <cx:pt idx="5">0.035999999999999588</cx:pt>
          <cx:pt idx="6">0.035999999999999588</cx:pt>
        </cx:lvl>
      </cx:numDim>
    </cx:data>
    <cx:data id="1">
      <cx:numDim type="val">
        <cx:f>SwLevel_28!$AI$3:$AI$9</cx:f>
        <cx:lvl ptCount="7" formatCode="General">
          <cx:pt idx="0">0.030000000000000249</cx:pt>
          <cx:pt idx="1">0.035999999999999588</cx:pt>
          <cx:pt idx="2">0.027999999999999581</cx:pt>
          <cx:pt idx="3">0.027999999999999581</cx:pt>
          <cx:pt idx="4">0.033999999999999808</cx:pt>
          <cx:pt idx="5">0.035999999999999588</cx:pt>
          <cx:pt idx="6">0.038000000000000256</cx:pt>
        </cx:lvl>
      </cx:numDim>
    </cx:data>
    <cx:data id="2">
      <cx:numDim type="val">
        <cx:f>SwLevel_28!$AJ$3:$AJ$9</cx:f>
        <cx:lvl ptCount="7" formatCode="General">
          <cx:pt idx="0">0.044999999999999929</cx:pt>
          <cx:pt idx="1">0.042999999999999261</cx:pt>
          <cx:pt idx="2">0.033999999999999808</cx:pt>
          <cx:pt idx="3">0.032999999999999474</cx:pt>
          <cx:pt idx="4">0.040000000000000036</cx:pt>
          <cx:pt idx="5">0.040000000000000036</cx:pt>
          <cx:pt idx="6">0.041999999999999815</cx:pt>
        </cx:lvl>
      </cx:numDim>
    </cx:data>
    <cx:data id="3">
      <cx:numDim type="val">
        <cx:f>SwLevel_28!$AK$3:$AK$9</cx:f>
        <cx:lvl ptCount="7" formatCode="General">
          <cx:pt idx="0">0.034000000000000696</cx:pt>
          <cx:pt idx="1">0.034000000000000696</cx:pt>
          <cx:pt idx="2">0.028000000000000469</cx:pt>
          <cx:pt idx="3">0.026000000000000689</cx:pt>
          <cx:pt idx="4">0.031000000000000583</cx:pt>
          <cx:pt idx="5">0.036999999999999922</cx:pt>
          <cx:pt idx="6">0.035000000000000142</cx:pt>
        </cx:lvl>
      </cx:numDim>
    </cx:data>
    <cx:data id="4">
      <cx:numDim type="val">
        <cx:f>SwLevel_28!$AL$3:$AL$9</cx:f>
        <cx:lvl ptCount="7" formatCode="General">
          <cx:pt idx="0">0.038000000000000256</cx:pt>
          <cx:pt idx="1">0.040000000000000036</cx:pt>
          <cx:pt idx="2">0.036000000000000476</cx:pt>
          <cx:pt idx="3">0.036999999999999922</cx:pt>
          <cx:pt idx="4">0.041999999999999815</cx:pt>
          <cx:pt idx="5">0.043000000000000149</cx:pt>
          <cx:pt idx="6">0.043000000000000149</cx:pt>
        </cx:lvl>
      </cx:numDim>
    </cx:data>
    <cx:data id="5">
      <cx:numDim type="val">
        <cx:f>SwLevel_28!$AM$3:$AM$9</cx:f>
        <cx:lvl ptCount="7" formatCode="General">
          <cx:pt idx="0">0.022999999999999687</cx:pt>
          <cx:pt idx="1">0.043000000000000149</cx:pt>
          <cx:pt idx="2">0.040000000000000036</cx:pt>
          <cx:pt idx="3">0.043000000000000149</cx:pt>
          <cx:pt idx="4">0.052999999999999936</cx:pt>
          <cx:pt idx="5">0.051000000000000156</cx:pt>
          <cx:pt idx="6">0.048000000000000043</cx:pt>
        </cx:lvl>
      </cx:numDim>
    </cx:data>
    <cx:data id="6">
      <cx:numDim type="val">
        <cx:f>SwLevel_28!$AN$3:$AN$9</cx:f>
        <cx:lvl ptCount="7" formatCode="General">
          <cx:pt idx="0">0.011999999999999567</cx:pt>
          <cx:pt idx="1">0.040999999999999481</cx:pt>
          <cx:pt idx="2">0.043000000000000149</cx:pt>
          <cx:pt idx="3">0.040999999999999481</cx:pt>
          <cx:pt idx="4">0.046000000000000263</cx:pt>
          <cx:pt idx="5">0.044999999999999929</cx:pt>
          <cx:pt idx="6">0.043000000000000149</cx:pt>
        </cx:lvl>
      </cx:numDim>
    </cx:data>
    <cx:data id="7">
      <cx:numDim type="val">
        <cx:f>SwLevel_28!$AO$3:$AO$9</cx:f>
        <cx:lvl ptCount="7" formatCode="General">
          <cx:pt idx="0">0.0039999999999995595</cx:pt>
          <cx:pt idx="1">0.038999999999999702</cx:pt>
          <cx:pt idx="2">0.040999999999999481</cx:pt>
          <cx:pt idx="3">0.034999999999999254</cx:pt>
          <cx:pt idx="4">0.041999999999999815</cx:pt>
          <cx:pt idx="5">0.042999999999999261</cx:pt>
          <cx:pt idx="6">0.041999999999999815</cx:pt>
        </cx:lvl>
      </cx:numDim>
    </cx:data>
    <cx:data id="8">
      <cx:numDim type="val">
        <cx:f>SwLevel_28!$AP$3:$AP$9</cx:f>
        <cx:lvl ptCount="7" formatCode="General">
          <cx:pt idx="0">0.0070000000000005613</cx:pt>
          <cx:pt idx="1">0.043000000000000149</cx:pt>
          <cx:pt idx="2">0.031000000000000139</cx:pt>
          <cx:pt idx="3">0.035000000000000142</cx:pt>
          <cx:pt idx="4">0.031000000000000139</cx:pt>
          <cx:pt idx="5">0.030000000000000249</cx:pt>
          <cx:pt idx="6">0.045000000000000373</cx:pt>
        </cx:lvl>
      </cx:numDim>
    </cx:data>
    <cx:data id="9">
      <cx:numDim type="val">
        <cx:f>SwLevel_28!$AQ$3:$AQ$9</cx:f>
        <cx:lvl ptCount="7" formatCode="General">
          <cx:pt idx="0">0.011000000000000121</cx:pt>
          <cx:pt idx="1">0.040000000000000036</cx:pt>
          <cx:pt idx="2">0.025000000000000355</cx:pt>
          <cx:pt idx="3">0.036000000000000032</cx:pt>
          <cx:pt idx="4">0.026000000000000245</cx:pt>
          <cx:pt idx="5">0.028000000000000025</cx:pt>
          <cx:pt idx="6">0.028000000000000025</cx:pt>
        </cx:lvl>
      </cx:numDim>
    </cx:data>
    <cx:data id="10">
      <cx:numDim type="val">
        <cx:f>SwLevel_28!$AR$3:$AR$9</cx:f>
        <cx:lvl ptCount="7" formatCode="General"/>
      </cx:numDim>
    </cx:data>
  </cx:chartData>
  <cx:chart>
    <cx:title pos="t" align="ctr" overlay="0">
      <cx:tx>
        <cx:txData>
          <cx:v>SwLevel_28_ChB Drain Difference</cx:v>
        </cx:txData>
      </cx:tx>
    </cx:title>
    <cx:plotArea>
      <cx:plotAreaRegion>
        <cx:series layoutId="boxWhisker" uniqueId="{00000001-9B4D-4AA5-8D99-0DA63D98B361}">
          <cx:tx>
            <cx:txData>
              <cx:f>SwLevel_28!$AH$2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9B4D-4AA5-8D99-0DA63D98B361}">
          <cx:tx>
            <cx:txData>
              <cx:f>SwLevel_28!$AI$2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9B4D-4AA5-8D99-0DA63D98B361}">
          <cx:tx>
            <cx:txData>
              <cx:f>SwLevel_28!$AJ$2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9B4D-4AA5-8D99-0DA63D98B361}">
          <cx:tx>
            <cx:txData>
              <cx:f>SwLevel_28!$AK$2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9B4D-4AA5-8D99-0DA63D98B361}">
          <cx:tx>
            <cx:txData>
              <cx:f>SwLevel_28!$AL$2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9B4D-4AA5-8D99-0DA63D98B361}">
          <cx:tx>
            <cx:txData>
              <cx:f>SwLevel_28!$AM$2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9B4D-4AA5-8D99-0DA63D98B361}">
          <cx:tx>
            <cx:txData>
              <cx:f>SwLevel_28!$AN$2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9B4D-4AA5-8D99-0DA63D98B361}">
          <cx:tx>
            <cx:txData>
              <cx:f>SwLevel_28!$AO$2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9B4D-4AA5-8D99-0DA63D98B361}">
          <cx:tx>
            <cx:txData>
              <cx:f>SwLevel_28!$AP$2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9B4D-4AA5-8D99-0DA63D98B361}">
          <cx:tx>
            <cx:txData>
              <cx:f>SwLevel_28!$AQ$2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9B4D-4AA5-8D99-0DA63D98B361}">
          <cx:tx>
            <cx:txData>
              <cx:f>SwLevel_28!$AR$2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SwLevel_28!$A$3:$A$9</cx:f>
        <cx:lvl ptCount="7" formatCode="General"/>
      </cx:numDim>
    </cx:data>
    <cx:data id="1">
      <cx:numDim type="val">
        <cx:f>SwLevel_28!$B$3:$B$9</cx:f>
        <cx:lvl ptCount="7" formatCode="General">
          <cx:pt idx="0">0.016000000000000014</cx:pt>
          <cx:pt idx="1">0.011999999999999567</cx:pt>
          <cx:pt idx="2">0.032999999999999474</cx:pt>
          <cx:pt idx="3">0.032000000000000028</cx:pt>
          <cx:pt idx="4">0.025999999999999801</cx:pt>
          <cx:pt idx="5">0.029999999999999361</cx:pt>
          <cx:pt idx="6">0.025999999999999801</cx:pt>
        </cx:lvl>
      </cx:numDim>
    </cx:data>
    <cx:data id="2">
      <cx:numDim type="val">
        <cx:f>SwLevel_28!$C$3:$C$9</cx:f>
        <cx:lvl ptCount="7" formatCode="General">
          <cx:pt idx="0">-0.024999999999999467</cx:pt>
          <cx:pt idx="1">-0.022999999999999687</cx:pt>
          <cx:pt idx="2">-0.0079999999999991189</cx:pt>
          <cx:pt idx="3">-0.0059999999999993392</cx:pt>
          <cx:pt idx="4">-0.01499999999999968</cx:pt>
          <cx:pt idx="5">-0.0089999999999994529</cx:pt>
          <cx:pt idx="6">-0.01899999999999924</cx:pt>
        </cx:lvl>
      </cx:numDim>
    </cx:data>
    <cx:data id="3">
      <cx:numDim type="val">
        <cx:f>SwLevel_28!$D$3:$D$9</cx:f>
        <cx:lvl ptCount="7" formatCode="General">
          <cx:pt idx="0">-0.020000000000000462</cx:pt>
          <cx:pt idx="1">-0.021000000000000796</cx:pt>
          <cx:pt idx="2">-0.028000000000000469</cx:pt>
          <cx:pt idx="3">-0.026000000000000689</cx:pt>
          <cx:pt idx="4">-0.028000000000000469</cx:pt>
          <cx:pt idx="5">-0.027000000000000135</cx:pt>
          <cx:pt idx="6">-0.024000000000000909</cx:pt>
        </cx:lvl>
      </cx:numDim>
    </cx:data>
    <cx:data id="4">
      <cx:numDim type="val">
        <cx:f>SwLevel_28!$E$3:$E$9</cx:f>
        <cx:lvl ptCount="7" formatCode="General">
          <cx:pt idx="0">-0.030999999999999694</cx:pt>
          <cx:pt idx="1">-0.0089999999999994529</cx:pt>
          <cx:pt idx="2">-0.012999999999999901</cx:pt>
          <cx:pt idx="3">-0.01499999999999968</cx:pt>
          <cx:pt idx="4">-0.014000000000000234</cx:pt>
          <cx:pt idx="5">-0.016000000000000014</cx:pt>
          <cx:pt idx="6">-0.0080000000000000071</cx:pt>
        </cx:lvl>
      </cx:numDim>
    </cx:data>
    <cx:data id="5">
      <cx:numDim type="val">
        <cx:f>SwLevel_28!$F$3:$F$9</cx:f>
        <cx:lvl ptCount="7" formatCode="General">
          <cx:pt idx="0">-0.017999999999999794</cx:pt>
          <cx:pt idx="1">-0.0069999999999996732</cx:pt>
          <cx:pt idx="2">0.0039999999999995595</cx:pt>
          <cx:pt idx="3">0.0049999999999998934</cx:pt>
          <cx:pt idx="4">0.0069999999999996732</cx:pt>
          <cx:pt idx="5">-0.0040000000000004476</cx:pt>
          <cx:pt idx="6">0</cx:pt>
        </cx:lvl>
      </cx:numDim>
    </cx:data>
    <cx:data id="6">
      <cx:numDim type="val">
        <cx:f>SwLevel_28!$G$3:$G$9</cx:f>
        <cx:lvl ptCount="7" formatCode="General">
          <cx:pt idx="0">-0.0060000000000002274</cx:pt>
          <cx:pt idx="1">0.0080000000000000071</cx:pt>
          <cx:pt idx="2">0.0080000000000000071</cx:pt>
          <cx:pt idx="3">0.013999999999999346</cx:pt>
          <cx:pt idx="4">0.017999999999999794</cx:pt>
          <cx:pt idx="5">0.0099999999999997868</cx:pt>
          <cx:pt idx="6">0.0030000000000001137</cx:pt>
        </cx:lvl>
      </cx:numDim>
    </cx:data>
    <cx:data id="7">
      <cx:numDim type="val">
        <cx:f>SwLevel_28!$H$3:$H$9</cx:f>
        <cx:lvl ptCount="7" formatCode="General">
          <cx:pt idx="0">-0.01699999999999946</cx:pt>
          <cx:pt idx="1">0.016000000000000902</cx:pt>
          <cx:pt idx="2">0.0090000000000003411</cx:pt>
          <cx:pt idx="3">0.0090000000000003411</cx:pt>
          <cx:pt idx="4">0.015000000000000568</cx:pt>
          <cx:pt idx="5">0.018000000000000682</cx:pt>
          <cx:pt idx="6">0.0090000000000003411</cx:pt>
        </cx:lvl>
      </cx:numDim>
    </cx:data>
    <cx:data id="8">
      <cx:numDim type="val">
        <cx:f>SwLevel_28!$I$3:$I$9</cx:f>
        <cx:lvl ptCount="7" formatCode="General">
          <cx:pt idx="0">-0.011000000000001009</cx:pt>
          <cx:pt idx="1">0.0049999999999990052</cx:pt>
          <cx:pt idx="2">-0.0070000000000005613</cx:pt>
          <cx:pt idx="3">0.01899999999999924</cx:pt>
          <cx:pt idx="4">0.0089999999999994529</cx:pt>
          <cx:pt idx="5">0.0089999999999994529</cx:pt>
          <cx:pt idx="6">0.0079999999999991189</cx:pt>
        </cx:lvl>
      </cx:numDim>
    </cx:data>
    <cx:data id="9">
      <cx:numDim type="val">
        <cx:f>SwLevel_28!$J$3:$J$9</cx:f>
        <cx:lvl ptCount="7" formatCode="General">
          <cx:pt idx="0">0.010000000000000231</cx:pt>
          <cx:pt idx="1">0.019000000000000128</cx:pt>
          <cx:pt idx="2">0.017000000000000348</cx:pt>
          <cx:pt idx="3">0.016000000000000014</cx:pt>
          <cx:pt idx="4">0.021000000000000352</cx:pt>
          <cx:pt idx="5">0.021000000000000352</cx:pt>
          <cx:pt idx="6">0.029000000000000359</cx:pt>
        </cx:lvl>
      </cx:numDim>
    </cx:data>
    <cx:data id="10">
      <cx:numDim type="val">
        <cx:f>SwLevel_28!$K$3:$K$9</cx:f>
        <cx:lvl ptCount="7" formatCode="General">
          <cx:pt idx="0">-0.0040000000000000036</cx:pt>
          <cx:pt idx="1">-0.00099999999999988987</cx:pt>
          <cx:pt idx="2">0</cx:pt>
          <cx:pt idx="3">0.0080000000000000071</cx:pt>
          <cx:pt idx="4">0.0019999999999997797</cx:pt>
          <cx:pt idx="5">-0.0040000000000000036</cx:pt>
          <cx:pt idx="6">0.00099999999999988987</cx:pt>
        </cx:lvl>
      </cx:numDim>
    </cx:data>
  </cx:chartData>
  <cx:chart>
    <cx:title pos="t" align="ctr" overlay="0">
      <cx:tx>
        <cx:txData>
          <cx:v>SwLevel_28_ChA Fill Difference</cx:v>
        </cx:txData>
      </cx:tx>
    </cx:title>
    <cx:plotArea>
      <cx:plotAreaRegion>
        <cx:series layoutId="boxWhisker" uniqueId="{00000001-0B03-4F61-AC62-07DE60EA7FD2}">
          <cx:tx>
            <cx:txData>
              <cx:f>SwLevel_28!$A$2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0B03-4F61-AC62-07DE60EA7FD2}">
          <cx:tx>
            <cx:txData>
              <cx:f>SwLevel_28!$B$2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0B03-4F61-AC62-07DE60EA7FD2}">
          <cx:tx>
            <cx:txData>
              <cx:f>SwLevel_28!$C$2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0B03-4F61-AC62-07DE60EA7FD2}">
          <cx:tx>
            <cx:txData>
              <cx:f>SwLevel_28!$D$2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0B03-4F61-AC62-07DE60EA7FD2}">
          <cx:tx>
            <cx:txData>
              <cx:f>SwLevel_28!$E$2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0B03-4F61-AC62-07DE60EA7FD2}">
          <cx:tx>
            <cx:txData>
              <cx:f>SwLevel_28!$F$2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0B03-4F61-AC62-07DE60EA7FD2}">
          <cx:tx>
            <cx:txData>
              <cx:f>SwLevel_28!$G$2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0B03-4F61-AC62-07DE60EA7FD2}">
          <cx:tx>
            <cx:txData>
              <cx:f>SwLevel_28!$H$2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0B03-4F61-AC62-07DE60EA7FD2}">
          <cx:tx>
            <cx:txData>
              <cx:f>SwLevel_28!$I$2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0B03-4F61-AC62-07DE60EA7FD2}">
          <cx:tx>
            <cx:txData>
              <cx:f>SwLevel_28!$J$2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0B03-4F61-AC62-07DE60EA7FD2}">
          <cx:tx>
            <cx:txData>
              <cx:f>SwLevel_28!$K$2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SwLevel_28!$L$3:$L$9</cx:f>
        <cx:lvl ptCount="7" formatCode="General">
          <cx:pt idx="0">0.046999999999999709</cx:pt>
          <cx:pt idx="1">0.057999999999999829</cx:pt>
          <cx:pt idx="2">0.057999999999999829</cx:pt>
          <cx:pt idx="3">0.044999999999999929</cx:pt>
          <cx:pt idx="4">0.054999999999999716</cx:pt>
          <cx:pt idx="5">0.040999999999999481</cx:pt>
          <cx:pt idx="6">0.050999999999999268</cx:pt>
        </cx:lvl>
      </cx:numDim>
    </cx:data>
    <cx:data id="1">
      <cx:numDim type="val">
        <cx:f>SwLevel_28!$M$3:$M$9</cx:f>
        <cx:lvl ptCount="7" formatCode="General">
          <cx:pt idx="0">0.036999999999999922</cx:pt>
          <cx:pt idx="1">0.051000000000000156</cx:pt>
          <cx:pt idx="2">0.050000000000000711</cx:pt>
          <cx:pt idx="3">0.044000000000000483</cx:pt>
          <cx:pt idx="4">0.05600000000000005</cx:pt>
          <cx:pt idx="5">0.043000000000000149</cx:pt>
          <cx:pt idx="6">0.052999999999999936</cx:pt>
        </cx:lvl>
      </cx:numDim>
    </cx:data>
    <cx:data id="2">
      <cx:numDim type="val">
        <cx:f>SwLevel_28!$N$3:$N$9</cx:f>
        <cx:lvl ptCount="7" formatCode="General">
          <cx:pt idx="0">0.033000000000000362</cx:pt>
          <cx:pt idx="1">0.035000000000000142</cx:pt>
          <cx:pt idx="2">0.036000000000000476</cx:pt>
          <cx:pt idx="3">0.041999999999999815</cx:pt>
          <cx:pt idx="4">0.044000000000000483</cx:pt>
          <cx:pt idx="5">0.043000000000000149</cx:pt>
          <cx:pt idx="6">0.049999999999999822</cx:pt>
        </cx:lvl>
      </cx:numDim>
    </cx:data>
    <cx:data id="3">
      <cx:numDim type="val">
        <cx:f>SwLevel_28!$O$3:$O$9</cx:f>
        <cx:lvl ptCount="7" formatCode="General">
          <cx:pt idx="0">0.028999999999999915</cx:pt>
          <cx:pt idx="1">0.041000000000000369</cx:pt>
          <cx:pt idx="2">0.033000000000000362</cx:pt>
          <cx:pt idx="3">0.038999999999999702</cx:pt>
          <cx:pt idx="4">0.032000000000000028</cx:pt>
          <cx:pt idx="5">0.040000000000000036</cx:pt>
          <cx:pt idx="6">0.035000000000000142</cx:pt>
        </cx:lvl>
      </cx:numDim>
    </cx:data>
    <cx:data id="4">
      <cx:numDim type="val">
        <cx:f>SwLevel_28!$P$3:$P$9</cx:f>
        <cx:lvl ptCount="7" formatCode="General">
          <cx:pt idx="0">0.033999999999999808</cx:pt>
          <cx:pt idx="1">0.048999999999999488</cx:pt>
          <cx:pt idx="2">0.051000000000000156</cx:pt>
          <cx:pt idx="3">0.052999999999999936</cx:pt>
          <cx:pt idx="4">0.043999999999999595</cx:pt>
          <cx:pt idx="5">0.054999999999999716</cx:pt>
          <cx:pt idx="6">0.043999999999999595</cx:pt>
        </cx:lvl>
      </cx:numDim>
    </cx:data>
    <cx:data id="5">
      <cx:numDim type="val">
        <cx:f>SwLevel_28!$Q$3:$Q$9</cx:f>
        <cx:lvl ptCount="7" formatCode="General">
          <cx:pt idx="0">0.036999999999999922</cx:pt>
          <cx:pt idx="1">0.056999999999999496</cx:pt>
          <cx:pt idx="2">0.051999999999999602</cx:pt>
          <cx:pt idx="3">0.05600000000000005</cx:pt>
          <cx:pt idx="4">0.051999999999999602</cx:pt>
          <cx:pt idx="5">0.056999999999999496</cx:pt>
          <cx:pt idx="6">0.052999999999999936</cx:pt>
        </cx:lvl>
      </cx:numDim>
    </cx:data>
    <cx:data id="6">
      <cx:numDim type="val">
        <cx:f>SwLevel_28!$R$3:$R$9</cx:f>
        <cx:lvl ptCount="7" formatCode="General">
          <cx:pt idx="0">0.032000000000000028</cx:pt>
          <cx:pt idx="1">0.05600000000000005</cx:pt>
          <cx:pt idx="2">0.05200000000000049</cx:pt>
          <cx:pt idx="3">0.055000000000000604</cx:pt>
          <cx:pt idx="4">0.05600000000000005</cx:pt>
          <cx:pt idx="5">0.055000000000000604</cx:pt>
          <cx:pt idx="6">0.05200000000000049</cx:pt>
        </cx:lvl>
      </cx:numDim>
    </cx:data>
    <cx:data id="7">
      <cx:numDim type="val">
        <cx:f>SwLevel_28!$S$3:$S$9</cx:f>
        <cx:lvl ptCount="7" formatCode="General">
          <cx:pt idx="0">0.030000000000000249</cx:pt>
          <cx:pt idx="1">0.047000000000000597</cx:pt>
          <cx:pt idx="2">0.047000000000000597</cx:pt>
          <cx:pt idx="3">0.051000000000000156</cx:pt>
          <cx:pt idx="4">0.051000000000000156</cx:pt>
          <cx:pt idx="5">0.051000000000000156</cx:pt>
          <cx:pt idx="6">0.052999999999999936</cx:pt>
        </cx:lvl>
      </cx:numDim>
    </cx:data>
    <cx:data id="8">
      <cx:numDim type="val">
        <cx:f>SwLevel_28!$T$3:$T$9</cx:f>
        <cx:lvl ptCount="7" formatCode="General">
          <cx:pt idx="0">0.029999999999999805</cx:pt>
          <cx:pt idx="1">0.053999999999999826</cx:pt>
          <cx:pt idx="2">0.060000000000000053</cx:pt>
          <cx:pt idx="3">0.049999999999999822</cx:pt>
          <cx:pt idx="4">0.052999999999999936</cx:pt>
          <cx:pt idx="5">0.059000000000000163</cx:pt>
          <cx:pt idx="6">0.059000000000000163</cx:pt>
        </cx:lvl>
      </cx:numDim>
    </cx:data>
    <cx:data id="9">
      <cx:numDim type="val">
        <cx:f>SwLevel_28!$U$3:$U$9</cx:f>
        <cx:lvl ptCount="7" formatCode="General">
          <cx:pt idx="0">0.053999999999999826</cx:pt>
          <cx:pt idx="1">0.053999999999999826</cx:pt>
          <cx:pt idx="2">0.048000000000000043</cx:pt>
          <cx:pt idx="3">0.048999999999999932</cx:pt>
          <cx:pt idx="4">0.046999999999999709</cx:pt>
          <cx:pt idx="5">0.049999999999999822</cx:pt>
          <cx:pt idx="6">0.050999999999999712</cx:pt>
        </cx:lvl>
      </cx:numDim>
    </cx:data>
    <cx:data id="10">
      <cx:numDim type="val">
        <cx:f>SwLevel_28!$V$3:$V$9</cx:f>
        <cx:lvl ptCount="7" formatCode="General"/>
      </cx:numDim>
    </cx:data>
  </cx:chartData>
  <cx:chart>
    <cx:title pos="t" align="ctr" overlay="0">
      <cx:tx>
        <cx:txData>
          <cx:v>SwLevel_28_ChA Drain Difference</cx:v>
        </cx:txData>
      </cx:tx>
    </cx:title>
    <cx:plotArea>
      <cx:plotAreaRegion>
        <cx:series layoutId="boxWhisker" uniqueId="{00000001-9683-4E9C-807D-CB86022B4A80}">
          <cx:tx>
            <cx:txData>
              <cx:f>SwLevel_28!$L$2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9683-4E9C-807D-CB86022B4A80}">
          <cx:tx>
            <cx:txData>
              <cx:f>SwLevel_28!$M$2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9683-4E9C-807D-CB86022B4A80}">
          <cx:tx>
            <cx:txData>
              <cx:f>SwLevel_28!$N$2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9683-4E9C-807D-CB86022B4A80}">
          <cx:tx>
            <cx:txData>
              <cx:f>SwLevel_28!$O$2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9683-4E9C-807D-CB86022B4A80}">
          <cx:tx>
            <cx:txData>
              <cx:f>SwLevel_28!$P$2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9683-4E9C-807D-CB86022B4A80}">
          <cx:tx>
            <cx:txData>
              <cx:f>SwLevel_28!$Q$2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9683-4E9C-807D-CB86022B4A80}">
          <cx:tx>
            <cx:txData>
              <cx:f>SwLevel_28!$R$2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9683-4E9C-807D-CB86022B4A80}">
          <cx:tx>
            <cx:txData>
              <cx:f>SwLevel_28!$S$2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9683-4E9C-807D-CB86022B4A80}">
          <cx:tx>
            <cx:txData>
              <cx:f>SwLevel_28!$T$2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9683-4E9C-807D-CB86022B4A80}">
          <cx:tx>
            <cx:txData>
              <cx:f>SwLevel_28!$U$2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9683-4E9C-807D-CB86022B4A80}">
          <cx:tx>
            <cx:txData>
              <cx:f>SwLevel_28!$V$2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SwLevel_28!$W$3:$W$9</cx:f>
        <cx:lvl ptCount="7" formatCode="General"/>
      </cx:numDim>
    </cx:data>
    <cx:data id="1">
      <cx:numDim type="val">
        <cx:f>SwLevel_28!$X$3:$X$9</cx:f>
        <cx:lvl ptCount="7" formatCode="General">
          <cx:pt idx="0">-0.0039999999999995595</cx:pt>
          <cx:pt idx="1">-0.022000000000000242</cx:pt>
          <cx:pt idx="2">0.0060000000000002274</cx:pt>
          <cx:pt idx="3">0.0070000000000005613</cx:pt>
          <cx:pt idx="4">-0.0039999999999995595</cx:pt>
          <cx:pt idx="5">0.0070000000000005613</cx:pt>
          <cx:pt idx="6">-0.0060000000000002274</cx:pt>
        </cx:lvl>
      </cx:numDim>
    </cx:data>
    <cx:data id="2">
      <cx:numDim type="val">
        <cx:f>SwLevel_28!$Y$3:$Y$9</cx:f>
        <cx:lvl ptCount="7" formatCode="General">
          <cx:pt idx="0">-0.020999999999999908</cx:pt>
          <cx:pt idx="1">-0.0099999999999997868</cx:pt>
          <cx:pt idx="2">-0.016000000000000014</cx:pt>
          <cx:pt idx="3">-0.0049999999999998934</cx:pt>
          <cx:pt idx="4">0.0049999999999998934</cx:pt>
          <cx:pt idx="5">-0.0049999999999998934</cx:pt>
          <cx:pt idx="6">-0.0099999999999997868</cx:pt>
        </cx:lvl>
      </cx:numDim>
    </cx:data>
    <cx:data id="3">
      <cx:numDim type="val">
        <cx:f>SwLevel_28!$Z$3:$Z$9</cx:f>
        <cx:lvl ptCount="7" formatCode="General">
          <cx:pt idx="0">-0.0099999999999997868</cx:pt>
          <cx:pt idx="1">-0.0030000000000001137</cx:pt>
          <cx:pt idx="2">-0.015000000000000568</cx:pt>
          <cx:pt idx="3">-0.015000000000000568</cx:pt>
          <cx:pt idx="4">-0.012000000000000455</cx:pt>
          <cx:pt idx="5">-0.012999999999999901</cx:pt>
          <cx:pt idx="6">0.00099999999999944578</cx:pt>
        </cx:lvl>
      </cx:numDim>
    </cx:data>
    <cx:data id="4">
      <cx:numDim type="val">
        <cx:f>SwLevel_28!$AA$3:$AA$9</cx:f>
        <cx:lvl ptCount="7" formatCode="General">
          <cx:pt idx="0">-0.025999999999999801</cx:pt>
          <cx:pt idx="1">-0.0079999999999991189</cx:pt>
          <cx:pt idx="2">-0.015999999999999126</cx:pt>
          <cx:pt idx="3">-0.015999999999999126</cx:pt>
          <cx:pt idx="4">-0.015999999999999126</cx:pt>
          <cx:pt idx="5">-0.017999999999999794</cx:pt>
          <cx:pt idx="6">-0.0059999999999993392</cx:pt>
        </cx:lvl>
      </cx:numDim>
    </cx:data>
    <cx:data id="5">
      <cx:numDim type="val">
        <cx:f>SwLevel_28!$AB$3:$AB$9</cx:f>
        <cx:lvl ptCount="7" formatCode="General">
          <cx:pt idx="0">-0.028000000000000469</cx:pt>
          <cx:pt idx="1">-0.0020000000000006679</cx:pt>
          <cx:pt idx="2">-0.0070000000000005613</cx:pt>
          <cx:pt idx="3">-0.0050000000000007816</cx:pt>
          <cx:pt idx="4">-0.001000000000000334</cx:pt>
          <cx:pt idx="5">-0.0060000000000002274</cx:pt>
          <cx:pt idx="6">-0.0090000000000003411</cx:pt>
        </cx:lvl>
      </cx:numDim>
    </cx:data>
    <cx:data id="6">
      <cx:numDim type="val">
        <cx:f>SwLevel_28!$AC$3:$AC$9</cx:f>
        <cx:lvl ptCount="7" formatCode="General">
          <cx:pt idx="0">-0.0060000000000002274</cx:pt>
          <cx:pt idx="1">0.017999999999999794</cx:pt>
          <cx:pt idx="2">0.0080000000000000071</cx:pt>
          <cx:pt idx="3">0.014000000000000234</cx:pt>
          <cx:pt idx="4">0.022000000000000242</cx:pt>
          <cx:pt idx="5">0.011000000000000121</cx:pt>
          <cx:pt idx="6">0.0019999999999997797</cx:pt>
        </cx:lvl>
      </cx:numDim>
    </cx:data>
    <cx:data id="7">
      <cx:numDim type="val">
        <cx:f>SwLevel_28!$AD$3:$AD$9</cx:f>
        <cx:lvl ptCount="7" formatCode="General">
          <cx:pt idx="0">-0.014000000000000234</cx:pt>
          <cx:pt idx="1">0.0049999999999998934</cx:pt>
          <cx:pt idx="2">-0.0090000000000003411</cx:pt>
          <cx:pt idx="3">0.0019999999999997797</cx:pt>
          <cx:pt idx="4">0.0069999999999996732</cx:pt>
          <cx:pt idx="5">0.0049999999999998934</cx:pt>
          <cx:pt idx="6">-0.001000000000000334</cx:pt>
        </cx:lvl>
      </cx:numDim>
    </cx:data>
    <cx:data id="8">
      <cx:numDim type="val">
        <cx:f>SwLevel_28!$AE$3:$AE$9</cx:f>
        <cx:lvl ptCount="7" formatCode="General">
          <cx:pt idx="0">-0.017999999999999794</cx:pt>
          <cx:pt idx="1">0.0069999999999996732</cx:pt>
          <cx:pt idx="2">-0.0049999999999998934</cx:pt>
          <cx:pt idx="3">0.0039999999999995595</cx:pt>
          <cx:pt idx="4">0.0069999999999996732</cx:pt>
          <cx:pt idx="5">0.0030000000000001137</cx:pt>
          <cx:pt idx="6">0.0039999999999995595</cx:pt>
        </cx:lvl>
      </cx:numDim>
    </cx:data>
    <cx:data id="9">
      <cx:numDim type="val">
        <cx:f>SwLevel_28!$AF$3:$AF$9</cx:f>
        <cx:lvl ptCount="7" formatCode="General">
          <cx:pt idx="0">-0.015000000000000568</cx:pt>
          <cx:pt idx="1">0.0099999999999997868</cx:pt>
          <cx:pt idx="2">0.010999999999999677</cx:pt>
          <cx:pt idx="3">-0.0040000000000004476</cx:pt>
          <cx:pt idx="4">0.0029999999999996696</cx:pt>
          <cx:pt idx="5">0.0049999999999994493</cx:pt>
          <cx:pt idx="6">0.0059999999999997833</cx:pt>
        </cx:lvl>
      </cx:numDim>
    </cx:data>
    <cx:data id="10">
      <cx:numDim type="val">
        <cx:f>SwLevel_28!$AG$3:$AG$9</cx:f>
        <cx:lvl ptCount="7" formatCode="General">
          <cx:pt idx="0">-0.0069999999999996732</cx:pt>
          <cx:pt idx="1">0.010000000000000231</cx:pt>
          <cx:pt idx="2">0.012000000000000455</cx:pt>
          <cx:pt idx="3">0.0060000000000002274</cx:pt>
          <cx:pt idx="4">0.010000000000000231</cx:pt>
          <cx:pt idx="5">0.0070000000000001172</cx:pt>
          <cx:pt idx="6">0.011000000000000121</cx:pt>
        </cx:lvl>
      </cx:numDim>
    </cx:data>
  </cx:chartData>
  <cx:chart>
    <cx:title pos="t" align="ctr" overlay="0">
      <cx:tx>
        <cx:txData>
          <cx:v>SwLevel_28_ChB Fill Difference</cx:v>
        </cx:txData>
      </cx:tx>
    </cx:title>
    <cx:plotArea>
      <cx:plotAreaRegion>
        <cx:series layoutId="boxWhisker" uniqueId="{00000001-D879-493A-8C8F-BAF992BFD8E1}">
          <cx:tx>
            <cx:txData>
              <cx:f>SwLevel_28!$W$2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D879-493A-8C8F-BAF992BFD8E1}">
          <cx:tx>
            <cx:txData>
              <cx:f>SwLevel_28!$X$2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D879-493A-8C8F-BAF992BFD8E1}">
          <cx:tx>
            <cx:txData>
              <cx:f>SwLevel_28!$Y$2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D879-493A-8C8F-BAF992BFD8E1}">
          <cx:tx>
            <cx:txData>
              <cx:f>SwLevel_28!$Z$2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D879-493A-8C8F-BAF992BFD8E1}">
          <cx:tx>
            <cx:txData>
              <cx:f>SwLevel_28!$AA$2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D879-493A-8C8F-BAF992BFD8E1}">
          <cx:tx>
            <cx:txData>
              <cx:f>SwLevel_28!$AB$2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D879-493A-8C8F-BAF992BFD8E1}">
          <cx:tx>
            <cx:txData>
              <cx:f>SwLevel_28!$AC$2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D879-493A-8C8F-BAF992BFD8E1}">
          <cx:tx>
            <cx:txData>
              <cx:f>SwLevel_28!$AD$2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D879-493A-8C8F-BAF992BFD8E1}">
          <cx:tx>
            <cx:txData>
              <cx:f>SwLevel_28!$AE$2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D879-493A-8C8F-BAF992BFD8E1}">
          <cx:tx>
            <cx:txData>
              <cx:f>SwLevel_28!$AF$2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D879-493A-8C8F-BAF992BFD8E1}">
          <cx:tx>
            <cx:txData>
              <cx:f>SwLevel_28!$AG$2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8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SwLevel_28!$AH$3:$AH$9</cx:f>
        <cx:lvl ptCount="7" formatCode="General">
          <cx:pt idx="0">0.057000000000000384</cx:pt>
          <cx:pt idx="1">0.051000000000000156</cx:pt>
          <cx:pt idx="2">0.05400000000000027</cx:pt>
          <cx:pt idx="3">0.046999999999999709</cx:pt>
          <cx:pt idx="4">0.057000000000000384</cx:pt>
          <cx:pt idx="5">0.044999999999999929</cx:pt>
          <cx:pt idx="6">0.057999999999999829</cx:pt>
        </cx:lvl>
      </cx:numDim>
    </cx:data>
    <cx:data id="1">
      <cx:numDim type="val">
        <cx:f>SwLevel_28!$AI$3:$AI$9</cx:f>
        <cx:lvl ptCount="7" formatCode="General">
          <cx:pt idx="0">0.038000000000000256</cx:pt>
          <cx:pt idx="1">0.044999999999999929</cx:pt>
          <cx:pt idx="2">0.040000000000000036</cx:pt>
          <cx:pt idx="3">0.038000000000000256</cx:pt>
          <cx:pt idx="4">0.051999999999999602</cx:pt>
          <cx:pt idx="5">0.038999999999999702</cx:pt>
          <cx:pt idx="6">0.051999999999999602</cx:pt>
        </cx:lvl>
      </cx:numDim>
    </cx:data>
    <cx:data id="2">
      <cx:numDim type="val">
        <cx:f>SwLevel_28!$AJ$3:$AJ$9</cx:f>
        <cx:lvl ptCount="7" formatCode="General">
          <cx:pt idx="0">0.042999999999999261</cx:pt>
          <cx:pt idx="1">0.050999999999999268</cx:pt>
          <cx:pt idx="2">0.041999999999999815</cx:pt>
          <cx:pt idx="3">0.048000000000000043</cx:pt>
          <cx:pt idx="4">0.040999999999999481</cx:pt>
          <cx:pt idx="5">0.053999999999999382</cx:pt>
          <cx:pt idx="6">0.054999999999999716</cx:pt>
        </cx:lvl>
      </cx:numDim>
    </cx:data>
    <cx:data id="3">
      <cx:numDim type="val">
        <cx:f>SwLevel_28!$AK$3:$AK$9</cx:f>
        <cx:lvl ptCount="7" formatCode="General">
          <cx:pt idx="0">0.027000000000000135</cx:pt>
          <cx:pt idx="1">0.03900000000000059</cx:pt>
          <cx:pt idx="2">0.028999999999999915</cx:pt>
          <cx:pt idx="3">0.038000000000000256</cx:pt>
          <cx:pt idx="4">0.031000000000000583</cx:pt>
          <cx:pt idx="5">0.03900000000000059</cx:pt>
          <cx:pt idx="6">0.032000000000000028</cx:pt>
        </cx:lvl>
      </cx:numDim>
    </cx:data>
    <cx:data id="4">
      <cx:numDim type="val">
        <cx:f>SwLevel_28!$AL$3:$AL$9</cx:f>
        <cx:lvl ptCount="7" formatCode="General">
          <cx:pt idx="0">0.033999999999999808</cx:pt>
          <cx:pt idx="1">0.051000000000000156</cx:pt>
          <cx:pt idx="2">0.043000000000000149</cx:pt>
          <cx:pt idx="3">0.044999999999999929</cx:pt>
          <cx:pt idx="4">0.041000000000000369</cx:pt>
          <cx:pt idx="5">0.046000000000000263</cx:pt>
          <cx:pt idx="6">0.043000000000000149</cx:pt>
        </cx:lvl>
      </cx:numDim>
    </cx:data>
    <cx:data id="5">
      <cx:numDim type="val">
        <cx:f>SwLevel_28!$AM$3:$AM$9</cx:f>
        <cx:lvl ptCount="7" formatCode="General">
          <cx:pt idx="0">0.046000000000000263</cx:pt>
          <cx:pt idx="1">0.052999999999999936</cx:pt>
          <cx:pt idx="2">0.049999999999999822</cx:pt>
          <cx:pt idx="3">0.05400000000000027</cx:pt>
          <cx:pt idx="4">0.052999999999999936</cx:pt>
          <cx:pt idx="5">0.052999999999999936</cx:pt>
          <cx:pt idx="6">0.051999999999999602</cx:pt>
        </cx:lvl>
      </cx:numDim>
    </cx:data>
    <cx:data id="6">
      <cx:numDim type="val">
        <cx:f>SwLevel_28!$AN$3:$AN$9</cx:f>
        <cx:lvl ptCount="7" formatCode="General">
          <cx:pt idx="0">0.036999999999999922</cx:pt>
          <cx:pt idx="1">0.054999999999999716</cx:pt>
          <cx:pt idx="2">0.052999999999999936</cx:pt>
          <cx:pt idx="3">0.056999999999999496</cx:pt>
          <cx:pt idx="4">0.057999999999999829</cx:pt>
          <cx:pt idx="5">0.057999999999999829</cx:pt>
          <cx:pt idx="6">0.059000000000000163</cx:pt>
        </cx:lvl>
      </cx:numDim>
    </cx:data>
    <cx:data id="7">
      <cx:numDim type="val">
        <cx:f>SwLevel_28!$AO$3:$AO$9</cx:f>
        <cx:lvl ptCount="7" formatCode="General">
          <cx:pt idx="0">0.027999999999999581</cx:pt>
          <cx:pt idx="1">0.048999999999999488</cx:pt>
          <cx:pt idx="2">0.046999999999999709</cx:pt>
          <cx:pt idx="3">0.048000000000000043</cx:pt>
          <cx:pt idx="4">0.048000000000000043</cx:pt>
          <cx:pt idx="5">0.049999999999999822</cx:pt>
          <cx:pt idx="6">0.053999999999999382</cx:pt>
        </cx:lvl>
      </cx:numDim>
    </cx:data>
    <cx:data id="8">
      <cx:numDim type="val">
        <cx:f>SwLevel_28!$AP$3:$AP$9</cx:f>
        <cx:lvl ptCount="7" formatCode="General">
          <cx:pt idx="0">0.034000000000000252</cx:pt>
          <cx:pt idx="1">0.05500000000000016</cx:pt>
          <cx:pt idx="2">0.05400000000000027</cx:pt>
          <cx:pt idx="3">0.050000000000000266</cx:pt>
          <cx:pt idx="4">0.051000000000000156</cx:pt>
          <cx:pt idx="5">0.057000000000000384</cx:pt>
          <cx:pt idx="6">0.060000000000000497</cx:pt>
        </cx:lvl>
      </cx:numDim>
    </cx:data>
    <cx:data id="9">
      <cx:numDim type="val">
        <cx:f>SwLevel_28!$AQ$3:$AQ$9</cx:f>
        <cx:lvl ptCount="7" formatCode="General">
          <cx:pt idx="0">0.036000000000000032</cx:pt>
          <cx:pt idx="1">0.046000000000000263</cx:pt>
          <cx:pt idx="2">0.042000000000000259</cx:pt>
          <cx:pt idx="3">0.035000000000000142</cx:pt>
          <cx:pt idx="4">0.022000000000000242</cx:pt>
          <cx:pt idx="5">-0.0069999999999996732</cx:pt>
          <cx:pt idx="6">-0.042999999999999705</cx:pt>
        </cx:lvl>
      </cx:numDim>
    </cx:data>
    <cx:data id="10">
      <cx:numDim type="val">
        <cx:f>SwLevel_28!$AR$3:$AR$9</cx:f>
        <cx:lvl ptCount="7" formatCode="General"/>
      </cx:numDim>
    </cx:data>
  </cx:chartData>
  <cx:chart>
    <cx:title pos="t" align="ctr" overlay="0">
      <cx:tx>
        <cx:txData>
          <cx:v>SwLevel_28_ChB Drain Difference</cx:v>
        </cx:txData>
      </cx:tx>
    </cx:title>
    <cx:plotArea>
      <cx:plotAreaRegion>
        <cx:series layoutId="boxWhisker" uniqueId="{00000001-606F-42BA-B253-F7C3DA748369}">
          <cx:tx>
            <cx:txData>
              <cx:f>SwLevel_28!$AH$2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606F-42BA-B253-F7C3DA748369}">
          <cx:tx>
            <cx:txData>
              <cx:f>SwLevel_28!$AI$2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606F-42BA-B253-F7C3DA748369}">
          <cx:tx>
            <cx:txData>
              <cx:f>SwLevel_28!$AJ$2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606F-42BA-B253-F7C3DA748369}">
          <cx:tx>
            <cx:txData>
              <cx:f>SwLevel_28!$AK$2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606F-42BA-B253-F7C3DA748369}">
          <cx:tx>
            <cx:txData>
              <cx:f>SwLevel_28!$AL$2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606F-42BA-B253-F7C3DA748369}">
          <cx:tx>
            <cx:txData>
              <cx:f>SwLevel_28!$AM$2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606F-42BA-B253-F7C3DA748369}">
          <cx:tx>
            <cx:txData>
              <cx:f>SwLevel_28!$AN$2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606F-42BA-B253-F7C3DA748369}">
          <cx:tx>
            <cx:txData>
              <cx:f>SwLevel_28!$AO$2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606F-42BA-B253-F7C3DA748369}">
          <cx:tx>
            <cx:txData>
              <cx:f>SwLevel_28!$AP$2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606F-42BA-B253-F7C3DA748369}">
          <cx:tx>
            <cx:txData>
              <cx:f>SwLevel_28!$AQ$2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606F-42BA-B253-F7C3DA748369}">
          <cx:tx>
            <cx:txData>
              <cx:f>SwLevel_28!$AR$2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9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SwLevel_28!$A$3:$A$9</cx:f>
        <cx:lvl ptCount="7" formatCode="General"/>
      </cx:numDim>
    </cx:data>
    <cx:data id="1">
      <cx:numDim type="val">
        <cx:f>SwLevel_28!$B$3:$B$9</cx:f>
        <cx:lvl ptCount="7" formatCode="General">
          <cx:pt idx="0">0.032000000000000028</cx:pt>
          <cx:pt idx="1">0.033999999999999808</cx:pt>
          <cx:pt idx="2">0.030999999999999694</cx:pt>
          <cx:pt idx="3">0.040999999999999481</cx:pt>
          <cx:pt idx="4">0.035999999999999588</cx:pt>
          <cx:pt idx="5">0.048000000000000043</cx:pt>
          <cx:pt idx="6">0.033999999999999808</cx:pt>
        </cx:lvl>
      </cx:numDim>
    </cx:data>
    <cx:data id="2">
      <cx:numDim type="val">
        <cx:f>SwLevel_28!$C$3:$C$9</cx:f>
        <cx:lvl ptCount="7" formatCode="General">
          <cx:pt idx="0">-0.01499999999999968</cx:pt>
          <cx:pt idx="1">-0.027999999999999581</cx:pt>
          <cx:pt idx="2">-0.03199999999999914</cx:pt>
          <cx:pt idx="3">-0.01899999999999924</cx:pt>
          <cx:pt idx="4">-0.021999999999999353</cx:pt>
          <cx:pt idx="5">-0.025999999999999801</cx:pt>
          <cx:pt idx="6">-0.022999999999999687</cx:pt>
        </cx:lvl>
      </cx:numDim>
    </cx:data>
    <cx:data id="3">
      <cx:numDim type="val">
        <cx:f>SwLevel_28!$D$3:$D$9</cx:f>
        <cx:lvl ptCount="7" formatCode="General">
          <cx:pt idx="0">-0.036000000000000476</cx:pt>
          <cx:pt idx="1">0.0059999999999993392</cx:pt>
          <cx:pt idx="2">0.0019999999999997797</cx:pt>
          <cx:pt idx="3">0.0079999999999991189</cx:pt>
          <cx:pt idx="4">0.011999999999999567</cx:pt>
          <cx:pt idx="5">0.0079999999999991189</cx:pt>
          <cx:pt idx="6">0.010999999999999233</cx:pt>
        </cx:lvl>
      </cx:numDim>
    </cx:data>
    <cx:data id="4">
      <cx:numDim type="val">
        <cx:f>SwLevel_28!$E$3:$E$9</cx:f>
        <cx:lvl ptCount="7" formatCode="General">
          <cx:pt idx="0">0.001000000000000334</cx:pt>
          <cx:pt idx="1">-0.00099999999999944578</cx:pt>
          <cx:pt idx="2">-0.0019999999999997797</cx:pt>
          <cx:pt idx="3">-0.0089999999999994529</cx:pt>
          <cx:pt idx="4">-0.0089999999999994529</cx:pt>
          <cx:pt idx="5">-0.0039999999999995595</cx:pt>
          <cx:pt idx="6">-0.0080000000000000071</cx:pt>
        </cx:lvl>
      </cx:numDim>
    </cx:data>
    <cx:data id="5">
      <cx:numDim type="val">
        <cx:f>SwLevel_28!$F$3:$F$9</cx:f>
        <cx:lvl ptCount="7" formatCode="General">
          <cx:pt idx="0">-0.0019999999999997797</cx:pt>
          <cx:pt idx="1">-0.0090000000000003411</cx:pt>
          <cx:pt idx="2">0.0099999999999997868</cx:pt>
          <cx:pt idx="3">-0.0060000000000002274</cx:pt>
          <cx:pt idx="4">0.011000000000000121</cx:pt>
          <cx:pt idx="5">-0.0049999999999998934</cx:pt>
          <cx:pt idx="6">0.001000000000000334</cx:pt>
        </cx:lvl>
      </cx:numDim>
    </cx:data>
    <cx:data id="6">
      <cx:numDim type="val">
        <cx:f>SwLevel_28!$G$3:$G$9</cx:f>
        <cx:lvl ptCount="7" formatCode="General">
          <cx:pt idx="0">-0.0099999999999997868</cx:pt>
          <cx:pt idx="1">-0.0019999999999997797</cx:pt>
          <cx:pt idx="2">0.0060000000000002274</cx:pt>
          <cx:pt idx="3">0.011999999999999567</cx:pt>
          <cx:pt idx="4">0.016000000000000014</cx:pt>
          <cx:pt idx="5">0.01499999999999968</cx:pt>
          <cx:pt idx="6">0.011999999999999567</cx:pt>
        </cx:lvl>
      </cx:numDim>
    </cx:data>
    <cx:data id="7">
      <cx:numDim type="val">
        <cx:f>SwLevel_28!$H$3:$H$9</cx:f>
        <cx:lvl ptCount="7" formatCode="General">
          <cx:pt idx="0">-0.022999999999999687</cx:pt>
          <cx:pt idx="1">0.0020000000000006679</cx:pt>
          <cx:pt idx="2">0.0020000000000006679</cx:pt>
          <cx:pt idx="3">-0.011999999999999567</cx:pt>
          <cx:pt idx="4">-0.011999999999999567</cx:pt>
          <cx:pt idx="5">-0.0069999999999996732</cx:pt>
          <cx:pt idx="6">-0.0039999999999995595</cx:pt>
        </cx:lvl>
      </cx:numDim>
    </cx:data>
    <cx:data id="8">
      <cx:numDim type="val">
        <cx:f>SwLevel_28!$I$3:$I$9</cx:f>
        <cx:lvl ptCount="7" formatCode="General">
          <cx:pt idx="0">0</cx:pt>
          <cx:pt idx="1">-0.0030000000000010019</cx:pt>
          <cx:pt idx="2">0.0019999999999997797</cx:pt>
          <cx:pt idx="3">-0.0060000000000002274</cx:pt>
          <cx:pt idx="4">-0.012000000000000455</cx:pt>
          <cx:pt idx="5">-0.0040000000000004476</cx:pt>
          <cx:pt idx="6">-0.0050000000000007816</cx:pt>
        </cx:lvl>
      </cx:numDim>
    </cx:data>
    <cx:data id="9">
      <cx:numDim type="val">
        <cx:f>SwLevel_28!$J$3:$J$9</cx:f>
        <cx:lvl ptCount="7" formatCode="General">
          <cx:pt idx="0">-0.0099999999999997868</cx:pt>
          <cx:pt idx="1">0.017000000000000348</cx:pt>
          <cx:pt idx="2">0.020000000000000018</cx:pt>
          <cx:pt idx="3">0.017000000000000348</cx:pt>
          <cx:pt idx="4">0.020000000000000018</cx:pt>
          <cx:pt idx="5">0.018000000000000238</cx:pt>
          <cx:pt idx="6">0.017000000000000348</cx:pt>
        </cx:lvl>
      </cx:numDim>
    </cx:data>
    <cx:data id="10">
      <cx:numDim type="val">
        <cx:f>SwLevel_28!$K$3:$K$9</cx:f>
        <cx:lvl ptCount="7" formatCode="General">
          <cx:pt idx="0">0.00099999999999988987</cx:pt>
          <cx:pt idx="1">0.017999999999999794</cx:pt>
          <cx:pt idx="2">0.01399999999999979</cx:pt>
          <cx:pt idx="3">0.0040000000000000036</cx:pt>
          <cx:pt idx="4">0.0080000000000000071</cx:pt>
          <cx:pt idx="5">0.0059999999999997833</cx:pt>
          <cx:pt idx="6">0.0040000000000000036</cx:pt>
        </cx:lvl>
      </cx:numDim>
    </cx:data>
  </cx:chartData>
  <cx:chart>
    <cx:title pos="t" align="ctr" overlay="0">
      <cx:tx>
        <cx:txData>
          <cx:v>SwLevel_28_ChA Fill Difference</cx:v>
        </cx:txData>
      </cx:tx>
    </cx:title>
    <cx:plotArea>
      <cx:plotAreaRegion>
        <cx:series layoutId="boxWhisker" uniqueId="{00000001-3C0D-4A61-834A-0E400FBBA400}">
          <cx:tx>
            <cx:txData>
              <cx:f>SwLevel_28!$A$2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3C0D-4A61-834A-0E400FBBA400}">
          <cx:tx>
            <cx:txData>
              <cx:f>SwLevel_28!$B$2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3C0D-4A61-834A-0E400FBBA400}">
          <cx:tx>
            <cx:txData>
              <cx:f>SwLevel_28!$C$2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3C0D-4A61-834A-0E400FBBA400}">
          <cx:tx>
            <cx:txData>
              <cx:f>SwLevel_28!$D$2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3C0D-4A61-834A-0E400FBBA400}">
          <cx:tx>
            <cx:txData>
              <cx:f>SwLevel_28!$E$2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3C0D-4A61-834A-0E400FBBA400}">
          <cx:tx>
            <cx:txData>
              <cx:f>SwLevel_28!$F$2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3C0D-4A61-834A-0E400FBBA400}">
          <cx:tx>
            <cx:txData>
              <cx:f>SwLevel_28!$G$2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3C0D-4A61-834A-0E400FBBA400}">
          <cx:tx>
            <cx:txData>
              <cx:f>SwLevel_28!$H$2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3C0D-4A61-834A-0E400FBBA400}">
          <cx:tx>
            <cx:txData>
              <cx:f>SwLevel_28!$I$2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3C0D-4A61-834A-0E400FBBA400}">
          <cx:tx>
            <cx:txData>
              <cx:f>SwLevel_28!$J$2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3C0D-4A61-834A-0E400FBBA400}">
          <cx:tx>
            <cx:txData>
              <cx:f>SwLevel_28!$K$2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0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SwLevel_28!$L$3:$L$9</cx:f>
        <cx:lvl ptCount="7" formatCode="General">
          <cx:pt idx="0">0.021999999999999353</cx:pt>
          <cx:pt idx="1">0.030999999999999694</cx:pt>
          <cx:pt idx="2">0.024000000000000021</cx:pt>
          <cx:pt idx="3">0.027999999999999581</cx:pt>
          <cx:pt idx="4">0.032000000000000028</cx:pt>
          <cx:pt idx="5">0.025999999999999801</cx:pt>
          <cx:pt idx="6">0.029999999999999361</cx:pt>
        </cx:lvl>
      </cx:numDim>
    </cx:data>
    <cx:data id="1">
      <cx:numDim type="val">
        <cx:f>SwLevel_28!$M$3:$M$9</cx:f>
        <cx:lvl ptCount="7" formatCode="General">
          <cx:pt idx="0">0.023000000000000576</cx:pt>
          <cx:pt idx="1">0.031000000000000583</cx:pt>
          <cx:pt idx="2">0.026000000000000689</cx:pt>
          <cx:pt idx="3">0.025000000000000355</cx:pt>
          <cx:pt idx="4">0.028999999999999915</cx:pt>
          <cx:pt idx="5">0.030000000000000249</cx:pt>
          <cx:pt idx="6">0.028999999999999915</cx:pt>
        </cx:lvl>
      </cx:numDim>
    </cx:data>
    <cx:data id="2">
      <cx:numDim type="val">
        <cx:f>SwLevel_28!$N$3:$N$9</cx:f>
        <cx:lvl ptCount="7" formatCode="General">
          <cx:pt idx="0">0.019000000000000128</cx:pt>
          <cx:pt idx="1">0.019000000000000128</cx:pt>
          <cx:pt idx="2">0.020000000000000462</cx:pt>
          <cx:pt idx="3">0.020000000000000462</cx:pt>
          <cx:pt idx="4">0.025000000000000355</cx:pt>
          <cx:pt idx="5">0.023000000000000576</cx:pt>
          <cx:pt idx="6">0.024000000000000021</cx:pt>
        </cx:lvl>
      </cx:numDim>
    </cx:data>
    <cx:data id="3">
      <cx:numDim type="val">
        <cx:f>SwLevel_28!$O$3:$O$9</cx:f>
        <cx:lvl ptCount="7" formatCode="General">
          <cx:pt idx="0">0.027999999999999581</cx:pt>
          <cx:pt idx="1">0.022999999999999687</cx:pt>
          <cx:pt idx="2">0.027000000000000135</cx:pt>
          <cx:pt idx="3">0.027000000000000135</cx:pt>
          <cx:pt idx="4">0.028999999999999915</cx:pt>
          <cx:pt idx="5">0.030000000000000249</cx:pt>
          <cx:pt idx="6">0.030000000000000249</cx:pt>
        </cx:lvl>
      </cx:numDim>
    </cx:data>
    <cx:data id="4">
      <cx:numDim type="val">
        <cx:f>SwLevel_28!$P$3:$P$9</cx:f>
        <cx:lvl ptCount="7" formatCode="General">
          <cx:pt idx="0">0.024000000000000021</cx:pt>
          <cx:pt idx="1">0.017999999999999794</cx:pt>
          <cx:pt idx="2">0.028999999999999915</cx:pt>
          <cx:pt idx="3">0.027999999999999581</cx:pt>
          <cx:pt idx="4">0.020999999999999908</cx:pt>
          <cx:pt idx="5">0.024999999999999467</cx:pt>
          <cx:pt idx="6">0.025999999999999801</cx:pt>
        </cx:lvl>
      </cx:numDim>
    </cx:data>
    <cx:data id="5">
      <cx:numDim type="val">
        <cx:f>SwLevel_28!$Q$3:$Q$9</cx:f>
        <cx:lvl ptCount="7" formatCode="General">
          <cx:pt idx="0">0.032000000000000028</cx:pt>
          <cx:pt idx="1">0.026999999999999247</cx:pt>
          <cx:pt idx="2">0.033999999999999808</cx:pt>
          <cx:pt idx="3">0.032000000000000028</cx:pt>
          <cx:pt idx="4">0.024999999999999467</cx:pt>
          <cx:pt idx="5">0.021999999999999353</cx:pt>
          <cx:pt idx="6">0.024999999999999467</cx:pt>
        </cx:lvl>
      </cx:numDim>
    </cx:data>
    <cx:data id="6">
      <cx:numDim type="val">
        <cx:f>SwLevel_28!$R$3:$R$9</cx:f>
        <cx:lvl ptCount="7" formatCode="General">
          <cx:pt idx="0">0.027000000000000135</cx:pt>
          <cx:pt idx="1">0.021000000000000796</cx:pt>
          <cx:pt idx="2">0.019000000000000128</cx:pt>
          <cx:pt idx="3">0.020000000000000462</cx:pt>
          <cx:pt idx="4">0.025000000000000355</cx:pt>
          <cx:pt idx="5">0.017000000000000348</cx:pt>
          <cx:pt idx="6">0.019000000000000128</cx:pt>
        </cx:lvl>
      </cx:numDim>
    </cx:data>
    <cx:data id="7">
      <cx:numDim type="val">
        <cx:f>SwLevel_28!$S$3:$S$9</cx:f>
        <cx:lvl ptCount="7" formatCode="General">
          <cx:pt idx="0">0.040000000000000036</cx:pt>
          <cx:pt idx="1">0.03900000000000059</cx:pt>
          <cx:pt idx="2">0.030000000000000249</cx:pt>
          <cx:pt idx="3">0.031000000000000583</cx:pt>
          <cx:pt idx="4">0.036999999999999922</cx:pt>
          <cx:pt idx="5">0.036999999999999922</cx:pt>
          <cx:pt idx="6">0.032000000000000028</cx:pt>
        </cx:lvl>
      </cx:numDim>
    </cx:data>
    <cx:data id="8">
      <cx:numDim type="val">
        <cx:f>SwLevel_28!$T$3:$T$9</cx:f>
        <cx:lvl ptCount="7" formatCode="General">
          <cx:pt idx="0">0.033999999999999808</cx:pt>
          <cx:pt idx="1">0.036999999999999922</cx:pt>
          <cx:pt idx="2">0.036000000000000032</cx:pt>
          <cx:pt idx="3">0.035000000000000142</cx:pt>
          <cx:pt idx="4">0.036000000000000032</cx:pt>
          <cx:pt idx="5">0.040000000000000036</cx:pt>
          <cx:pt idx="6">0.035000000000000142</cx:pt>
        </cx:lvl>
      </cx:numDim>
    </cx:data>
    <cx:data id="9">
      <cx:numDim type="val">
        <cx:f>SwLevel_28!$U$3:$U$9</cx:f>
        <cx:lvl ptCount="7" formatCode="General">
          <cx:pt idx="0">0.036999999999999922</cx:pt>
          <cx:pt idx="1">0.036999999999999922</cx:pt>
          <cx:pt idx="2">0.036000000000000032</cx:pt>
          <cx:pt idx="3">0.036000000000000032</cx:pt>
          <cx:pt idx="4">0.036000000000000032</cx:pt>
          <cx:pt idx="5">0.044000000000000039</cx:pt>
          <cx:pt idx="6">0.036000000000000032</cx:pt>
        </cx:lvl>
      </cx:numDim>
    </cx:data>
    <cx:data id="10">
      <cx:numDim type="val">
        <cx:f>SwLevel_28!$V$3:$V$9</cx:f>
        <cx:lvl ptCount="7" formatCode="General"/>
      </cx:numDim>
    </cx:data>
  </cx:chartData>
  <cx:chart>
    <cx:title pos="t" align="ctr" overlay="0">
      <cx:tx>
        <cx:txData>
          <cx:v>SwLevel_28_ChA Drain Difference</cx:v>
        </cx:txData>
      </cx:tx>
    </cx:title>
    <cx:plotArea>
      <cx:plotAreaRegion>
        <cx:series layoutId="boxWhisker" uniqueId="{00000001-F951-497D-A55A-F544C597E4A1}">
          <cx:tx>
            <cx:txData>
              <cx:f>SwLevel_28!$L$2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F951-497D-A55A-F544C597E4A1}">
          <cx:tx>
            <cx:txData>
              <cx:f>SwLevel_28!$M$2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F951-497D-A55A-F544C597E4A1}">
          <cx:tx>
            <cx:txData>
              <cx:f>SwLevel_28!$N$2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F951-497D-A55A-F544C597E4A1}">
          <cx:tx>
            <cx:txData>
              <cx:f>SwLevel_28!$O$2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F951-497D-A55A-F544C597E4A1}">
          <cx:tx>
            <cx:txData>
              <cx:f>SwLevel_28!$P$2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F951-497D-A55A-F544C597E4A1}">
          <cx:tx>
            <cx:txData>
              <cx:f>SwLevel_28!$Q$2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F951-497D-A55A-F544C597E4A1}">
          <cx:tx>
            <cx:txData>
              <cx:f>SwLevel_28!$R$2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F951-497D-A55A-F544C597E4A1}">
          <cx:tx>
            <cx:txData>
              <cx:f>SwLevel_28!$S$2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F951-497D-A55A-F544C597E4A1}">
          <cx:tx>
            <cx:txData>
              <cx:f>SwLevel_28!$T$2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F951-497D-A55A-F544C597E4A1}">
          <cx:tx>
            <cx:txData>
              <cx:f>SwLevel_28!$U$2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F951-497D-A55A-F544C597E4A1}">
          <cx:tx>
            <cx:txData>
              <cx:f>SwLevel_28!$V$2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SwLevel_28!$W$3:$W$9</cx:f>
        <cx:lvl ptCount="7" formatCode="General"/>
      </cx:numDim>
    </cx:data>
    <cx:data id="1">
      <cx:numDim type="val">
        <cx:f>SwLevel_28!$X$3:$X$9</cx:f>
        <cx:lvl ptCount="7" formatCode="General">
          <cx:pt idx="0">-0.00099999999999944578</cx:pt>
          <cx:pt idx="1">-0.0080000000000000071</cx:pt>
          <cx:pt idx="2">-0.0019999999999997797</cx:pt>
          <cx:pt idx="3">-0.0039999999999995595</cx:pt>
          <cx:pt idx="4">-0.0089999999999994529</cx:pt>
          <cx:pt idx="5">-0.0099999999999997868</cx:pt>
          <cx:pt idx="6">-0.0060000000000002274</cx:pt>
        </cx:lvl>
      </cx:numDim>
    </cx:data>
    <cx:data id="2">
      <cx:numDim type="val">
        <cx:f>SwLevel_28!$Y$3:$Y$9</cx:f>
        <cx:lvl ptCount="7" formatCode="General">
          <cx:pt idx="0">-0.011000000000000121</cx:pt>
          <cx:pt idx="1">-0.0069999999999996732</cx:pt>
          <cx:pt idx="2">-0.01499999999999968</cx:pt>
          <cx:pt idx="3">0.0090000000000003411</cx:pt>
          <cx:pt idx="4">0.0039999999999995595</cx:pt>
          <cx:pt idx="5">-0.001000000000000334</cx:pt>
          <cx:pt idx="6">-0.0019999999999997797</cx:pt>
        </cx:lvl>
      </cx:numDim>
    </cx:data>
    <cx:data id="3">
      <cx:numDim type="val">
        <cx:f>SwLevel_28!$Z$3:$Z$9</cx:f>
        <cx:lvl ptCount="7" formatCode="General">
          <cx:pt idx="0">-0.016000000000000014</cx:pt>
          <cx:pt idx="1">0.011000000000000121</cx:pt>
          <cx:pt idx="2">0.019999999999999574</cx:pt>
          <cx:pt idx="3">-0.0040000000000004476</cx:pt>
          <cx:pt idx="4">0.0080000000000000071</cx:pt>
          <cx:pt idx="5">0.011000000000000121</cx:pt>
          <cx:pt idx="6">0.0039999999999995595</cx:pt>
        </cx:lvl>
      </cx:numDim>
    </cx:data>
    <cx:data id="4">
      <cx:numDim type="val">
        <cx:f>SwLevel_28!$AA$3:$AA$9</cx:f>
        <cx:lvl ptCount="7" formatCode="General">
          <cx:pt idx="0">-0.023999999999999133</cx:pt>
          <cx:pt idx="1">-0.0029999999999992255</cx:pt>
          <cx:pt idx="2">-0.0039999999999995595</cx:pt>
          <cx:pt idx="3">-0.00099999999999944578</cx:pt>
          <cx:pt idx="4">-0.0029999999999992255</cx:pt>
          <cx:pt idx="5">-0.011999999999999567</cx:pt>
          <cx:pt idx="6">0.001000000000000334</cx:pt>
        </cx:lvl>
      </cx:numDim>
    </cx:data>
    <cx:data id="5">
      <cx:numDim type="val">
        <cx:f>SwLevel_28!$AB$3:$AB$9</cx:f>
        <cx:lvl ptCount="7" formatCode="General">
          <cx:pt idx="0">-0.014000000000000234</cx:pt>
          <cx:pt idx="1">-0.001000000000000334</cx:pt>
          <cx:pt idx="2">0.0059999999999993392</cx:pt>
          <cx:pt idx="3">0.0049999999999990052</cx:pt>
          <cx:pt idx="4">0.01899999999999924</cx:pt>
          <cx:pt idx="5">0.0039999999999995595</cx:pt>
          <cx:pt idx="6">0.0029999999999992255</cx:pt>
        </cx:lvl>
      </cx:numDim>
    </cx:data>
    <cx:data id="6">
      <cx:numDim type="val">
        <cx:f>SwLevel_28!$AC$3:$AC$9</cx:f>
        <cx:lvl ptCount="7" formatCode="General">
          <cx:pt idx="0">0.0019999999999997797</cx:pt>
          <cx:pt idx="1">0</cx:pt>
          <cx:pt idx="2">0.0099999999999997868</cx:pt>
          <cx:pt idx="3">0.0040000000000004476</cx:pt>
          <cx:pt idx="4">0.0049999999999998934</cx:pt>
          <cx:pt idx="5">0.0019999999999997797</cx:pt>
          <cx:pt idx="6">0.0060000000000002274</cx:pt>
        </cx:lvl>
      </cx:numDim>
    </cx:data>
    <cx:data id="7">
      <cx:numDim type="val">
        <cx:f>SwLevel_28!$AD$3:$AD$9</cx:f>
        <cx:lvl ptCount="7" formatCode="General">
          <cx:pt idx="0">-0.0090000000000003411</cx:pt>
          <cx:pt idx="1">0.011999999999999567</cx:pt>
          <cx:pt idx="2">0.0019999999999997797</cx:pt>
          <cx:pt idx="3">-0.001000000000000334</cx:pt>
          <cx:pt idx="4">-0.0090000000000003411</cx:pt>
          <cx:pt idx="5">-0.0040000000000004476</cx:pt>
          <cx:pt idx="6">0.0080000000000000071</cx:pt>
        </cx:lvl>
      </cx:numDim>
    </cx:data>
    <cx:data id="8">
      <cx:numDim type="val">
        <cx:f>SwLevel_28!$AE$3:$AE$9</cx:f>
        <cx:lvl ptCount="7" formatCode="General">
          <cx:pt idx="0">-0.0049999999999998934</cx:pt>
          <cx:pt idx="1">0</cx:pt>
          <cx:pt idx="2">0.0019999999999997797</cx:pt>
          <cx:pt idx="3">-0.0019999999999997797</cx:pt>
          <cx:pt idx="4">-0.001000000000000334</cx:pt>
          <cx:pt idx="5">-0.0019999999999997797</cx:pt>
          <cx:pt idx="6">-0.0030000000000001137</cx:pt>
        </cx:lvl>
      </cx:numDim>
    </cx:data>
    <cx:data id="9">
      <cx:numDim type="val">
        <cx:f>SwLevel_28!$AF$3:$AF$9</cx:f>
        <cx:lvl ptCount="7" formatCode="General">
          <cx:pt idx="0">-0.0030000000000005578</cx:pt>
          <cx:pt idx="1">0.0019999999999997797</cx:pt>
          <cx:pt idx="2">0.0039999999999995595</cx:pt>
          <cx:pt idx="3">-0.0040000000000004476</cx:pt>
          <cx:pt idx="4">-0.0030000000000005578</cx:pt>
          <cx:pt idx="5">-0.0030000000000005578</cx:pt>
          <cx:pt idx="6">-0.0060000000000002274</cx:pt>
        </cx:lvl>
      </cx:numDim>
    </cx:data>
    <cx:data id="10">
      <cx:numDim type="val">
        <cx:f>SwLevel_28!$AG$3:$AG$9</cx:f>
        <cx:lvl ptCount="7" formatCode="General">
          <cx:pt idx="0">0.020000000000000462</cx:pt>
          <cx:pt idx="1">0.0070000000000001172</cx:pt>
          <cx:pt idx="2">0.011000000000000121</cx:pt>
          <cx:pt idx="3">0.010000000000000231</cx:pt>
          <cx:pt idx="4">0.011000000000000121</cx:pt>
          <cx:pt idx="5">0.019000000000000128</cx:pt>
          <cx:pt idx="6">0.0060000000000002274</cx:pt>
        </cx:lvl>
      </cx:numDim>
    </cx:data>
  </cx:chartData>
  <cx:chart>
    <cx:title pos="t" align="ctr" overlay="0">
      <cx:tx>
        <cx:txData>
          <cx:v>SwLevel_28_ChB Fill Difference</cx:v>
        </cx:txData>
      </cx:tx>
    </cx:title>
    <cx:plotArea>
      <cx:plotAreaRegion>
        <cx:series layoutId="boxWhisker" uniqueId="{00000001-E589-450B-8CF3-6CBDD1A9BCA5}">
          <cx:tx>
            <cx:txData>
              <cx:f>SwLevel_28!$W$2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E589-450B-8CF3-6CBDD1A9BCA5}">
          <cx:tx>
            <cx:txData>
              <cx:f>SwLevel_28!$X$2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E589-450B-8CF3-6CBDD1A9BCA5}">
          <cx:tx>
            <cx:txData>
              <cx:f>SwLevel_28!$Y$2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E589-450B-8CF3-6CBDD1A9BCA5}">
          <cx:tx>
            <cx:txData>
              <cx:f>SwLevel_28!$Z$2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E589-450B-8CF3-6CBDD1A9BCA5}">
          <cx:tx>
            <cx:txData>
              <cx:f>SwLevel_28!$AA$2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E589-450B-8CF3-6CBDD1A9BCA5}">
          <cx:tx>
            <cx:txData>
              <cx:f>SwLevel_28!$AB$2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E589-450B-8CF3-6CBDD1A9BCA5}">
          <cx:tx>
            <cx:txData>
              <cx:f>SwLevel_28!$AC$2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E589-450B-8CF3-6CBDD1A9BCA5}">
          <cx:tx>
            <cx:txData>
              <cx:f>SwLevel_28!$AD$2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E589-450B-8CF3-6CBDD1A9BCA5}">
          <cx:tx>
            <cx:txData>
              <cx:f>SwLevel_28!$AE$2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E589-450B-8CF3-6CBDD1A9BCA5}">
          <cx:tx>
            <cx:txData>
              <cx:f>SwLevel_28!$AF$2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E589-450B-8CF3-6CBDD1A9BCA5}">
          <cx:tx>
            <cx:txData>
              <cx:f>SwLevel_28!$AG$2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SwLevel_28!$AH$3:$AH$9</cx:f>
        <cx:lvl ptCount="7" formatCode="General">
          <cx:pt idx="0">0.027000000000000135</cx:pt>
          <cx:pt idx="1">0.033999999999999808</cx:pt>
          <cx:pt idx="2">0.027000000000000135</cx:pt>
          <cx:pt idx="3">0.025999999999999801</cx:pt>
          <cx:pt idx="4">0.033000000000000362</cx:pt>
          <cx:pt idx="5">0.030000000000000249</cx:pt>
          <cx:pt idx="6">0.030999999999999694</cx:pt>
        </cx:lvl>
      </cx:numDim>
    </cx:data>
    <cx:data id="1">
      <cx:numDim type="val">
        <cx:f>SwLevel_28!$AI$3:$AI$9</cx:f>
        <cx:lvl ptCount="7" formatCode="General">
          <cx:pt idx="0">0.019000000000000128</cx:pt>
          <cx:pt idx="1">0.022999999999999687</cx:pt>
          <cx:pt idx="2">0.019999999999999574</cx:pt>
          <cx:pt idx="3">0.022000000000000242</cx:pt>
          <cx:pt idx="4">0.019999999999999574</cx:pt>
          <cx:pt idx="5">0.027999999999999581</cx:pt>
          <cx:pt idx="6">0.022000000000000242</cx:pt>
        </cx:lvl>
      </cx:numDim>
    </cx:data>
    <cx:data id="2">
      <cx:numDim type="val">
        <cx:f>SwLevel_28!$AJ$3:$AJ$9</cx:f>
        <cx:lvl ptCount="7" formatCode="General">
          <cx:pt idx="0">0.040000000000000036</cx:pt>
          <cx:pt idx="1">0.040000000000000036</cx:pt>
          <cx:pt idx="2">0.044999999999999929</cx:pt>
          <cx:pt idx="3">0.043999999999999595</cx:pt>
          <cx:pt idx="4">0.040999999999999481</cx:pt>
          <cx:pt idx="5">0.044999999999999929</cx:pt>
          <cx:pt idx="6">0.043999999999999595</cx:pt>
        </cx:lvl>
      </cx:numDim>
    </cx:data>
    <cx:data id="3">
      <cx:numDim type="val">
        <cx:f>SwLevel_28!$AK$3:$AK$9</cx:f>
        <cx:lvl ptCount="7" formatCode="General">
          <cx:pt idx="0">0.032000000000000028</cx:pt>
          <cx:pt idx="1">0.022000000000000242</cx:pt>
          <cx:pt idx="2">0.028999999999999915</cx:pt>
          <cx:pt idx="3">0.031000000000000583</cx:pt>
          <cx:pt idx="4">0.026000000000000689</cx:pt>
          <cx:pt idx="5">0.027000000000000135</cx:pt>
          <cx:pt idx="6">0.032000000000000028</cx:pt>
        </cx:lvl>
      </cx:numDim>
    </cx:data>
    <cx:data id="4">
      <cx:numDim type="val">
        <cx:f>SwLevel_28!$AL$3:$AL$9</cx:f>
        <cx:lvl ptCount="7" formatCode="General">
          <cx:pt idx="0">0.036000000000000476</cx:pt>
          <cx:pt idx="1">0.028000000000000469</cx:pt>
          <cx:pt idx="2">0.040000000000000036</cx:pt>
          <cx:pt idx="3">0.03900000000000059</cx:pt>
          <cx:pt idx="4">0.028999999999999915</cx:pt>
          <cx:pt idx="5">0.028000000000000469</cx:pt>
          <cx:pt idx="6">0.032000000000000028</cx:pt>
        </cx:lvl>
      </cx:numDim>
    </cx:data>
    <cx:data id="5">
      <cx:numDim type="val">
        <cx:f>SwLevel_28!$AM$3:$AM$9</cx:f>
        <cx:lvl ptCount="7" formatCode="General">
          <cx:pt idx="0">0.035999999999999588</cx:pt>
          <cx:pt idx="1">0.041000000000000369</cx:pt>
          <cx:pt idx="2">0.043000000000000149</cx:pt>
          <cx:pt idx="3">0.041000000000000369</cx:pt>
          <cx:pt idx="4">0.040000000000000036</cx:pt>
          <cx:pt idx="5">0.028999999999999915</cx:pt>
          <cx:pt idx="6">0.038000000000000256</cx:pt>
        </cx:lvl>
      </cx:numDim>
    </cx:data>
    <cx:data id="6">
      <cx:numDim type="val">
        <cx:f>SwLevel_28!$AN$3:$AN$9</cx:f>
        <cx:lvl ptCount="7" formatCode="General">
          <cx:pt idx="0">0.040000000000000036</cx:pt>
          <cx:pt idx="1">0.035999999999999588</cx:pt>
          <cx:pt idx="2">0.030999999999999694</cx:pt>
          <cx:pt idx="3">0.030999999999999694</cx:pt>
          <cx:pt idx="4">0.035999999999999588</cx:pt>
          <cx:pt idx="5">0.032999999999999474</cx:pt>
          <cx:pt idx="6">0.032000000000000028</cx:pt>
        </cx:lvl>
      </cx:numDim>
    </cx:data>
    <cx:data id="7">
      <cx:numDim type="val">
        <cx:f>SwLevel_28!$AO$3:$AO$9</cx:f>
        <cx:lvl ptCount="7" formatCode="General">
          <cx:pt idx="0">0.034999999999999254</cx:pt>
          <cx:pt idx="1">0.043999999999999595</cx:pt>
          <cx:pt idx="2">0.042999999999999261</cx:pt>
          <cx:pt idx="3">0.040000000000000036</cx:pt>
          <cx:pt idx="4">0.043999999999999595</cx:pt>
          <cx:pt idx="5">0.048000000000000043</cx:pt>
          <cx:pt idx="6">0.043999999999999595</cx:pt>
        </cx:lvl>
      </cx:numDim>
    </cx:data>
    <cx:data id="8">
      <cx:numDim type="val">
        <cx:f>SwLevel_28!$AP$3:$AP$9</cx:f>
        <cx:lvl ptCount="7" formatCode="General">
          <cx:pt idx="0">0.045000000000000373</cx:pt>
          <cx:pt idx="1">0.033000000000000362</cx:pt>
          <cx:pt idx="2">0.04000000000000048</cx:pt>
          <cx:pt idx="3">0.039000000000000146</cx:pt>
          <cx:pt idx="4">0.039000000000000146</cx:pt>
          <cx:pt idx="5">0.038000000000000256</cx:pt>
          <cx:pt idx="6">0.039000000000000146</cx:pt>
        </cx:lvl>
      </cx:numDim>
    </cx:data>
    <cx:data id="9">
      <cx:numDim type="val">
        <cx:f>SwLevel_28!$AQ$3:$AQ$9</cx:f>
        <cx:lvl ptCount="7" formatCode="General">
          <cx:pt idx="0">0.033000000000000362</cx:pt>
          <cx:pt idx="1">0.041000000000000369</cx:pt>
          <cx:pt idx="2">0.042000000000000259</cx:pt>
          <cx:pt idx="3">0.038000000000000256</cx:pt>
          <cx:pt idx="4">0.033000000000000362</cx:pt>
          <cx:pt idx="5">0.046000000000000263</cx:pt>
          <cx:pt idx="6">0.043000000000000149</cx:pt>
        </cx:lvl>
      </cx:numDim>
    </cx:data>
    <cx:data id="10">
      <cx:numDim type="val">
        <cx:f>SwLevel_28!$AR$3:$AR$9</cx:f>
        <cx:lvl ptCount="7" formatCode="General"/>
      </cx:numDim>
    </cx:data>
  </cx:chartData>
  <cx:chart>
    <cx:title pos="t" align="ctr" overlay="0">
      <cx:tx>
        <cx:txData>
          <cx:v>SwLevel_28_ChB Drain Difference</cx:v>
        </cx:txData>
      </cx:tx>
    </cx:title>
    <cx:plotArea>
      <cx:plotAreaRegion>
        <cx:series layoutId="boxWhisker" uniqueId="{00000001-62FD-4A34-8E6E-26F6E080F379}">
          <cx:tx>
            <cx:txData>
              <cx:f>SwLevel_28!$AH$2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62FD-4A34-8E6E-26F6E080F379}">
          <cx:tx>
            <cx:txData>
              <cx:f>SwLevel_28!$AI$2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62FD-4A34-8E6E-26F6E080F379}">
          <cx:tx>
            <cx:txData>
              <cx:f>SwLevel_28!$AJ$2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62FD-4A34-8E6E-26F6E080F379}">
          <cx:tx>
            <cx:txData>
              <cx:f>SwLevel_28!$AK$2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62FD-4A34-8E6E-26F6E080F379}">
          <cx:tx>
            <cx:txData>
              <cx:f>SwLevel_28!$AL$2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62FD-4A34-8E6E-26F6E080F379}">
          <cx:tx>
            <cx:txData>
              <cx:f>SwLevel_28!$AM$2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62FD-4A34-8E6E-26F6E080F379}">
          <cx:tx>
            <cx:txData>
              <cx:f>SwLevel_28!$AN$2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62FD-4A34-8E6E-26F6E080F379}">
          <cx:tx>
            <cx:txData>
              <cx:f>SwLevel_28!$AO$2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62FD-4A34-8E6E-26F6E080F379}">
          <cx:tx>
            <cx:txData>
              <cx:f>SwLevel_28!$AP$2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62FD-4A34-8E6E-26F6E080F379}">
          <cx:tx>
            <cx:txData>
              <cx:f>SwLevel_28!$AQ$2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62FD-4A34-8E6E-26F6E080F379}">
          <cx:tx>
            <cx:txData>
              <cx:f>SwLevel_28!$AR$2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SwLevel_29!$A$3:$A$11</cx:f>
        <cx:lvl ptCount="9" formatCode="General"/>
      </cx:numDim>
    </cx:data>
    <cx:data id="1">
      <cx:numDim type="val">
        <cx:f>SwLevel_29!$B$3:$B$11</cx:f>
        <cx:lvl ptCount="9" formatCode="General">
          <cx:pt idx="0">0.035999999999999588</cx:pt>
          <cx:pt idx="1">0.028999999999999915</cx:pt>
          <cx:pt idx="2">0.040000000000000036</cx:pt>
          <cx:pt idx="3">0.033999999999999808</cx:pt>
          <cx:pt idx="4">0.041999999999999815</cx:pt>
          <cx:pt idx="5">0.032999999999999474</cx:pt>
          <cx:pt idx="6">0.037999999999999368</cx:pt>
          <cx:pt idx="7">0.032999999999999474</cx:pt>
          <cx:pt idx="8">0.037999999999999368</cx:pt>
        </cx:lvl>
      </cx:numDim>
    </cx:data>
    <cx:data id="2">
      <cx:numDim type="val">
        <cx:f>SwLevel_29!$C$3:$C$11</cx:f>
        <cx:lvl ptCount="9" formatCode="General">
          <cx:pt idx="0">-0.0059999999999993392</cx:pt>
          <cx:pt idx="1">-0.0069999999999996732</cx:pt>
          <cx:pt idx="2">-0.0069999999999996732</cx:pt>
          <cx:pt idx="3">0.040000000000000924</cx:pt>
          <cx:pt idx="4">0.043000000000000149</cx:pt>
          <cx:pt idx="5">0.046000000000000263</cx:pt>
          <cx:pt idx="6">0.041000000000000369</cx:pt>
          <cx:pt idx="7">0.042000000000000703</cx:pt>
          <cx:pt idx="8">0.033000000000000362</cx:pt>
        </cx:lvl>
      </cx:numDim>
    </cx:data>
    <cx:data id="3">
      <cx:numDim type="val">
        <cx:f>SwLevel_29!$D$3:$D$11</cx:f>
        <cx:lvl ptCount="9" formatCode="General">
          <cx:pt idx="0">0.01699999999999946</cx:pt>
          <cx:pt idx="1">0.033999999999999808</cx:pt>
          <cx:pt idx="2">0.034999999999999254</cx:pt>
          <cx:pt idx="3">0.025999999999999801</cx:pt>
          <cx:pt idx="4">0.015999999999999126</cx:pt>
          <cx:pt idx="5">0.020999999999999019</cx:pt>
          <cx:pt idx="6">0.029999999999999361</cx:pt>
          <cx:pt idx="7">0.026999999999999247</cx:pt>
          <cx:pt idx="8">0.025999999999999801</cx:pt>
        </cx:lvl>
      </cx:numDim>
    </cx:data>
    <cx:data id="4">
      <cx:numDim type="val">
        <cx:f>SwLevel_29!$E$3:$E$11</cx:f>
        <cx:lvl ptCount="9" formatCode="General">
          <cx:pt idx="0">-0.0030000000000001137</cx:pt>
          <cx:pt idx="1">0.0040000000000004476</cx:pt>
          <cx:pt idx="2">0.019000000000000128</cx:pt>
          <cx:pt idx="3">0.016000000000000014</cx:pt>
          <cx:pt idx="4">0.012999999999999901</cx:pt>
          <cx:pt idx="5">0.0019999999999997797</cx:pt>
          <cx:pt idx="6">0.0099999999999997868</cx:pt>
          <cx:pt idx="7">0.0060000000000002274</cx:pt>
          <cx:pt idx="8">0.0090000000000003411</cx:pt>
        </cx:lvl>
      </cx:numDim>
    </cx:data>
    <cx:data id="5">
      <cx:numDim type="val">
        <cx:f>SwLevel_29!$F$3:$F$11</cx:f>
        <cx:lvl ptCount="9" formatCode="General">
          <cx:pt idx="0">0.027999999999999581</cx:pt>
          <cx:pt idx="1">0.027999999999999581</cx:pt>
          <cx:pt idx="2">0.017999999999999794</cx:pt>
          <cx:pt idx="3">0.024000000000000021</cx:pt>
          <cx:pt idx="4">0.0069999999999996732</cx:pt>
          <cx:pt idx="5">0.022999999999999687</cx:pt>
          <cx:pt idx="6">0.017999999999999794</cx:pt>
          <cx:pt idx="7">0.019000000000000128</cx:pt>
          <cx:pt idx="8">0.020999999999999908</cx:pt>
        </cx:lvl>
      </cx:numDim>
    </cx:data>
    <cx:data id="6">
      <cx:numDim type="val">
        <cx:f>SwLevel_29!$G$3:$G$11</cx:f>
        <cx:lvl ptCount="9" formatCode="General">
          <cx:pt idx="0">0.040999999999999481</cx:pt>
          <cx:pt idx="1">0.040999999999999481</cx:pt>
          <cx:pt idx="2">0.038999999999999702</cx:pt>
          <cx:pt idx="3">0.043000000000000149</cx:pt>
          <cx:pt idx="4">0.032999999999999474</cx:pt>
          <cx:pt idx="5">0.013999999999999346</cx:pt>
          <cx:pt idx="6">0.032000000000000028</cx:pt>
          <cx:pt idx="7">0.032999999999999474</cx:pt>
          <cx:pt idx="8">0.033999999999999808</cx:pt>
        </cx:lvl>
      </cx:numDim>
    </cx:data>
    <cx:data id="7">
      <cx:numDim type="val">
        <cx:f>SwLevel_29!$H$3:$H$11</cx:f>
        <cx:lvl ptCount="9" formatCode="General">
          <cx:pt idx="0">0.015000000000000568</cx:pt>
          <cx:pt idx="1">0.012000000000000455</cx:pt>
          <cx:pt idx="2">0.0090000000000003411</cx:pt>
          <cx:pt idx="3">0.029000000000000803</cx:pt>
          <cx:pt idx="4">0.019000000000000128</cx:pt>
          <cx:pt idx="5">0.025000000000000355</cx:pt>
          <cx:pt idx="6">0.032000000000000917</cx:pt>
          <cx:pt idx="7">0.020000000000000462</cx:pt>
          <cx:pt idx="8">0.023000000000000576</cx:pt>
        </cx:lvl>
      </cx:numDim>
    </cx:data>
    <cx:data id="8">
      <cx:numDim type="val">
        <cx:f>SwLevel_29!$I$3:$I$11</cx:f>
        <cx:lvl ptCount="9" formatCode="General">
          <cx:pt idx="0">0.026999999999999247</cx:pt>
          <cx:pt idx="1">0.027999999999999581</cx:pt>
          <cx:pt idx="2">0.017999999999999794</cx:pt>
          <cx:pt idx="3">0.025999999999999801</cx:pt>
          <cx:pt idx="4">0.015999999999999126</cx:pt>
          <cx:pt idx="5">0.019999999999999574</cx:pt>
          <cx:pt idx="6">0.025999999999999801</cx:pt>
          <cx:pt idx="7">0.026999999999999247</cx:pt>
          <cx:pt idx="8">0.032999999999999474</cx:pt>
        </cx:lvl>
      </cx:numDim>
    </cx:data>
    <cx:data id="9">
      <cx:numDim type="val">
        <cx:f>SwLevel_29!$J$3:$J$11</cx:f>
        <cx:lvl ptCount="9" formatCode="General">
          <cx:pt idx="0">0.026000000000000245</cx:pt>
          <cx:pt idx="1">0.028000000000000025</cx:pt>
          <cx:pt idx="2">0.024000000000000021</cx:pt>
          <cx:pt idx="3">0.031000000000000139</cx:pt>
          <cx:pt idx="4">0.017000000000000348</cx:pt>
          <cx:pt idx="5">0.032000000000000028</cx:pt>
          <cx:pt idx="6">-0.42199999999999971</cx:pt>
          <cx:pt idx="7">-0.42100000000000026</cx:pt>
          <cx:pt idx="8">-0.41699999999999982</cx:pt>
        </cx:lvl>
      </cx:numDim>
    </cx:data>
    <cx:data id="10">
      <cx:numDim type="val">
        <cx:f>SwLevel_29!$K$3:$K$11</cx:f>
        <cx:lvl ptCount="9" formatCode="General">
          <cx:pt idx="0">0.008999999999999897</cx:pt>
          <cx:pt idx="1">0.044000000000000039</cx:pt>
          <cx:pt idx="2">0.0080000000000000071</cx:pt>
          <cx:pt idx="3">0.045999999999999819</cx:pt>
          <cx:pt idx="4">0.024999999999999911</cx:pt>
          <cx:pt idx="5">0.037999999999999812</cx:pt>
          <cx:pt idx="6">0.020999999999999908</cx:pt>
          <cx:pt idx="7">0.024999999999999911</cx:pt>
          <cx:pt idx="8">0.037999999999999812</cx:pt>
        </cx:lvl>
      </cx:numDim>
    </cx:data>
  </cx:chartData>
  <cx:chart>
    <cx:title pos="t" align="ctr" overlay="0">
      <cx:tx>
        <cx:txData>
          <cx:v>SwLevel_29_ChA Fill Difference</cx:v>
        </cx:txData>
      </cx:tx>
    </cx:title>
    <cx:plotArea>
      <cx:plotAreaRegion>
        <cx:series layoutId="boxWhisker" uniqueId="{00000001-DB91-470F-9617-6CA16B879560}">
          <cx:tx>
            <cx:txData>
              <cx:f>SwLevel_29!$A$2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DB91-470F-9617-6CA16B879560}">
          <cx:tx>
            <cx:txData>
              <cx:f>SwLevel_29!$B$2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DB91-470F-9617-6CA16B879560}">
          <cx:tx>
            <cx:txData>
              <cx:f>SwLevel_29!$C$2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DB91-470F-9617-6CA16B879560}">
          <cx:tx>
            <cx:txData>
              <cx:f>SwLevel_29!$D$2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DB91-470F-9617-6CA16B879560}">
          <cx:tx>
            <cx:txData>
              <cx:f>SwLevel_29!$E$2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DB91-470F-9617-6CA16B879560}">
          <cx:tx>
            <cx:txData>
              <cx:f>SwLevel_29!$F$2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DB91-470F-9617-6CA16B879560}">
          <cx:tx>
            <cx:txData>
              <cx:f>SwLevel_29!$G$2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DB91-470F-9617-6CA16B879560}">
          <cx:tx>
            <cx:txData>
              <cx:f>SwLevel_29!$H$2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DB91-470F-9617-6CA16B879560}">
          <cx:tx>
            <cx:txData>
              <cx:f>SwLevel_29!$I$2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DB91-470F-9617-6CA16B879560}">
          <cx:tx>
            <cx:txData>
              <cx:f>SwLevel_29!$J$2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DB91-470F-9617-6CA16B879560}">
          <cx:tx>
            <cx:txData>
              <cx:f>SwLevel_29!$K$2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SwLevel_29!$L$3:$L$11</cx:f>
        <cx:lvl ptCount="9" formatCode="General">
          <cx:pt idx="0">0.05600000000000005</cx:pt>
          <cx:pt idx="1">0.062999999999999723</cx:pt>
          <cx:pt idx="2">0.059999999999999609</cx:pt>
          <cx:pt idx="3">0.059999999999999609</cx:pt>
          <cx:pt idx="4">0.066999999999999282</cx:pt>
          <cx:pt idx="5">0.057999999999999829</cx:pt>
          <cx:pt idx="6">0.056999999999999496</cx:pt>
          <cx:pt idx="7">0.057999999999999829</cx:pt>
          <cx:pt idx="8">0.057999999999999829</cx:pt>
        </cx:lvl>
      </cx:numDim>
    </cx:data>
    <cx:data id="1">
      <cx:numDim type="val">
        <cx:f>SwLevel_29!$M$3:$M$11</cx:f>
        <cx:lvl ptCount="9" formatCode="General">
          <cx:pt idx="0">0.041000000000000369</cx:pt>
          <cx:pt idx="1">0.048000000000000043</cx:pt>
          <cx:pt idx="2">0.052999999999999936</cx:pt>
          <cx:pt idx="3">0.046000000000000263</cx:pt>
          <cx:pt idx="4">0.05200000000000049</cx:pt>
          <cx:pt idx="5">0.044000000000000483</cx:pt>
          <cx:pt idx="6">0.05400000000000027</cx:pt>
          <cx:pt idx="7">0.055000000000000604</cx:pt>
          <cx:pt idx="8">0.05600000000000005</cx:pt>
        </cx:lvl>
      </cx:numDim>
    </cx:data>
    <cx:data id="2">
      <cx:numDim type="val">
        <cx:f>SwLevel_29!$N$3:$N$11</cx:f>
        <cx:lvl ptCount="9" formatCode="General">
          <cx:pt idx="0">0.049000000000000377</cx:pt>
          <cx:pt idx="1">0.064000000000000057</cx:pt>
          <cx:pt idx="2">0.057999999999999829</cx:pt>
          <cx:pt idx="3">0.062000000000000277</cx:pt>
          <cx:pt idx="4">0.055000000000000604</cx:pt>
          <cx:pt idx="5">0.060999999999999943</cx:pt>
          <cx:pt idx="6">0.062000000000000277</cx:pt>
          <cx:pt idx="7">0.060000000000000497</cx:pt>
          <cx:pt idx="8">0.060000000000000497</cx:pt>
        </cx:lvl>
      </cx:numDim>
    </cx:data>
    <cx:data id="3">
      <cx:numDim type="val">
        <cx:f>SwLevel_29!$O$3:$O$11</cx:f>
        <cx:lvl ptCount="9" formatCode="General">
          <cx:pt idx="0">0.057999999999999829</cx:pt>
          <cx:pt idx="1">0.05600000000000005</cx:pt>
          <cx:pt idx="2">0.057999999999999829</cx:pt>
          <cx:pt idx="3">0.044999999999999929</cx:pt>
          <cx:pt idx="4">0.043999999999999595</cx:pt>
          <cx:pt idx="5">0.044999999999999929</cx:pt>
          <cx:pt idx="6">0.046000000000000263</cx:pt>
          <cx:pt idx="7">0.059000000000000163</cx:pt>
          <cx:pt idx="8">0.057999999999999829</cx:pt>
        </cx:lvl>
      </cx:numDim>
    </cx:data>
    <cx:data id="4">
      <cx:numDim type="val">
        <cx:f>SwLevel_29!$P$3:$P$11</cx:f>
        <cx:lvl ptCount="9" formatCode="General">
          <cx:pt idx="0">0.07299999999999951</cx:pt>
          <cx:pt idx="1">0.072000000000000064</cx:pt>
          <cx:pt idx="2">0.069999999999999396</cx:pt>
          <cx:pt idx="3">0.072000000000000064</cx:pt>
          <cx:pt idx="4">0.069999999999999396</cx:pt>
          <cx:pt idx="5">0.061999999999999389</cx:pt>
          <cx:pt idx="6">0.065999999999999837</cx:pt>
          <cx:pt idx="7">0.07299999999999951</cx:pt>
          <cx:pt idx="8">0.07099999999999973</cx:pt>
        </cx:lvl>
      </cx:numDim>
    </cx:data>
    <cx:data id="5">
      <cx:numDim type="val">
        <cx:f>SwLevel_29!$Q$3:$Q$11</cx:f>
        <cx:lvl ptCount="9" formatCode="General">
          <cx:pt idx="0">0.059999999999999609</cx:pt>
          <cx:pt idx="1">0.067999999999999616</cx:pt>
          <cx:pt idx="2">0.064000000000000057</cx:pt>
          <cx:pt idx="3">0.07299999999999951</cx:pt>
          <cx:pt idx="4">0.069999999999999396</cx:pt>
          <cx:pt idx="5">0.066999999999999282</cx:pt>
          <cx:pt idx="6">0.076999999999999957</cx:pt>
          <cx:pt idx="7">0.07299999999999951</cx:pt>
          <cx:pt idx="8">0.07299999999999951</cx:pt>
        </cx:lvl>
      </cx:numDim>
    </cx:data>
    <cx:data id="6">
      <cx:numDim type="val">
        <cx:f>SwLevel_29!$R$3:$R$11</cx:f>
        <cx:lvl ptCount="9" formatCode="General">
          <cx:pt idx="0">0.060000000000000497</cx:pt>
          <cx:pt idx="1">0.060000000000000497</cx:pt>
          <cx:pt idx="2">0.073000000000000398</cx:pt>
          <cx:pt idx="3">0.06899999999999995</cx:pt>
          <cx:pt idx="4">0.067000000000000171</cx:pt>
          <cx:pt idx="5">0.073000000000000398</cx:pt>
          <cx:pt idx="6">0.068000000000000504</cx:pt>
          <cx:pt idx="7">0.071000000000000618</cx:pt>
          <cx:pt idx="8">0.062000000000000277</cx:pt>
        </cx:lvl>
      </cx:numDim>
    </cx:data>
    <cx:data id="7">
      <cx:numDim type="val">
        <cx:f>SwLevel_29!$S$3:$S$11</cx:f>
        <cx:lvl ptCount="9" formatCode="General">
          <cx:pt idx="0">0.071000000000000618</cx:pt>
          <cx:pt idx="1">0.064000000000000057</cx:pt>
          <cx:pt idx="2">0.064000000000000057</cx:pt>
          <cx:pt idx="3">0.063000000000000611</cx:pt>
          <cx:pt idx="4">0.073999999999999844</cx:pt>
          <cx:pt idx="5">0.076999999999999957</cx:pt>
          <cx:pt idx="6">0.073000000000000398</cx:pt>
          <cx:pt idx="7">0.072000000000000064</cx:pt>
          <cx:pt idx="8">0.060000000000000497</cx:pt>
        </cx:lvl>
      </cx:numDim>
    </cx:data>
    <cx:data id="8">
      <cx:numDim type="val">
        <cx:f>SwLevel_29!$T$3:$T$11</cx:f>
        <cx:lvl ptCount="9" formatCode="General">
          <cx:pt idx="0">0.057999999999999829</cx:pt>
          <cx:pt idx="1">-0.043999999999999595</cx:pt>
          <cx:pt idx="2">0.057999999999999829</cx:pt>
          <cx:pt idx="3">0.016000000000000014</cx:pt>
          <cx:pt idx="4">-0.0030000000000001137</cx:pt>
          <cx:pt idx="5">0.028999999999999915</cx:pt>
          <cx:pt idx="6">0.061999999999999833</cx:pt>
          <cx:pt idx="7">0.049999999999999822</cx:pt>
          <cx:pt idx="8">0.051000000000000156</cx:pt>
        </cx:lvl>
      </cx:numDim>
    </cx:data>
    <cx:data id="9">
      <cx:numDim type="val">
        <cx:f>SwLevel_29!$U$3:$U$11</cx:f>
        <cx:lvl ptCount="9" formatCode="General">
          <cx:pt idx="0">0.061999999999999833</cx:pt>
          <cx:pt idx="1">0.074999999999999734</cx:pt>
          <cx:pt idx="2">0.065999999999999837</cx:pt>
          <cx:pt idx="3">0.064999999999999947</cx:pt>
          <cx:pt idx="4">0.077999999999999847</cx:pt>
          <cx:pt idx="5">0.076999999999999957</cx:pt>
          <cx:pt idx="6">0.073999999999999844</cx:pt>
          <cx:pt idx="7">0.073999999999999844</cx:pt>
          <cx:pt idx="8">0.085999999999999854</cx:pt>
        </cx:lvl>
      </cx:numDim>
    </cx:data>
    <cx:data id="10">
      <cx:numDim type="val">
        <cx:f>SwLevel_29!$V$3:$V$11</cx:f>
        <cx:lvl ptCount="9" formatCode="General"/>
      </cx:numDim>
    </cx:data>
  </cx:chartData>
  <cx:chart>
    <cx:title pos="t" align="ctr" overlay="0">
      <cx:tx>
        <cx:txData>
          <cx:v>SwLevel_29_ChA Drain Difference</cx:v>
        </cx:txData>
      </cx:tx>
    </cx:title>
    <cx:plotArea>
      <cx:plotAreaRegion>
        <cx:series layoutId="boxWhisker" uniqueId="{00000001-E41A-458A-BEBE-4E0A8021909C}">
          <cx:tx>
            <cx:txData>
              <cx:f>SwLevel_29!$L$2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E41A-458A-BEBE-4E0A8021909C}">
          <cx:tx>
            <cx:txData>
              <cx:f>SwLevel_29!$M$2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E41A-458A-BEBE-4E0A8021909C}">
          <cx:tx>
            <cx:txData>
              <cx:f>SwLevel_29!$N$2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E41A-458A-BEBE-4E0A8021909C}">
          <cx:tx>
            <cx:txData>
              <cx:f>SwLevel_29!$O$2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E41A-458A-BEBE-4E0A8021909C}">
          <cx:tx>
            <cx:txData>
              <cx:f>SwLevel_29!$P$2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E41A-458A-BEBE-4E0A8021909C}">
          <cx:tx>
            <cx:txData>
              <cx:f>SwLevel_29!$Q$2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E41A-458A-BEBE-4E0A8021909C}">
          <cx:tx>
            <cx:txData>
              <cx:f>SwLevel_29!$R$2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E41A-458A-BEBE-4E0A8021909C}">
          <cx:tx>
            <cx:txData>
              <cx:f>SwLevel_29!$S$2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E41A-458A-BEBE-4E0A8021909C}">
          <cx:tx>
            <cx:txData>
              <cx:f>SwLevel_29!$T$2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E41A-458A-BEBE-4E0A8021909C}">
          <cx:tx>
            <cx:txData>
              <cx:f>SwLevel_29!$U$2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E41A-458A-BEBE-4E0A8021909C}">
          <cx:tx>
            <cx:txData>
              <cx:f>SwLevel_29!$V$2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SwLevel_29!$W$3:$W$11</cx:f>
        <cx:lvl ptCount="9" formatCode="General"/>
      </cx:numDim>
    </cx:data>
    <cx:data id="1">
      <cx:numDim type="val">
        <cx:f>SwLevel_29!$X$3:$X$11</cx:f>
        <cx:lvl ptCount="9" formatCode="General">
          <cx:pt idx="0">0.027000000000000135</cx:pt>
          <cx:pt idx="1">0.033000000000000362</cx:pt>
          <cx:pt idx="2">0.10000000000000053</cx:pt>
          <cx:pt idx="3">0.048000000000000043</cx:pt>
          <cx:pt idx="4">0.11600000000000055</cx:pt>
          <cx:pt idx="5">0.26500000000000057</cx:pt>
          <cx:pt idx="6">0.14000000000000057</cx:pt>
          <cx:pt idx="7">0.11899999999999977</cx:pt>
          <cx:pt idx="8">0.052999999999999936</cx:pt>
        </cx:lvl>
      </cx:numDim>
    </cx:data>
    <cx:data id="2">
      <cx:numDim type="val">
        <cx:f>SwLevel_29!$Y$3:$Y$11</cx:f>
        <cx:lvl ptCount="9" formatCode="General">
          <cx:pt idx="0">0.027999999999999581</cx:pt>
          <cx:pt idx="1">0.033999999999999808</cx:pt>
          <cx:pt idx="2">0.036999999999999922</cx:pt>
          <cx:pt idx="3">0.032000000000000028</cx:pt>
          <cx:pt idx="4">0.025000000000000355</cx:pt>
          <cx:pt idx="5">0.033000000000000362</cx:pt>
          <cx:pt idx="6">0.027000000000000135</cx:pt>
          <cx:pt idx="7">0.027999999999999581</cx:pt>
          <cx:pt idx="8">0.025000000000000355</cx:pt>
        </cx:lvl>
      </cx:numDim>
    </cx:data>
    <cx:data id="3">
      <cx:numDim type="val">
        <cx:f>SwLevel_29!$Z$3:$Z$11</cx:f>
        <cx:lvl ptCount="9" formatCode="General">
          <cx:pt idx="0">0.013999999999999346</cx:pt>
          <cx:pt idx="1">0.0030000000000001137</cx:pt>
          <cx:pt idx="2">0.045999999999999375</cx:pt>
          <cx:pt idx="3">0.020999999999999908</cx:pt>
          <cx:pt idx="4">0.024999999999999467</cx:pt>
          <cx:pt idx="5">0.011999999999999567</cx:pt>
          <cx:pt idx="6">0.028999999999999915</cx:pt>
          <cx:pt idx="7">0.029999999999999361</cx:pt>
          <cx:pt idx="8">0.028999999999999915</cx:pt>
        </cx:lvl>
      </cx:numDim>
    </cx:data>
    <cx:data id="4">
      <cx:numDim type="val">
        <cx:f>SwLevel_29!$AA$3:$AA$11</cx:f>
        <cx:lvl ptCount="9" formatCode="General">
          <cx:pt idx="0">0.016000000000000902</cx:pt>
          <cx:pt idx="1">0.025000000000000355</cx:pt>
          <cx:pt idx="2">0.033000000000000362</cx:pt>
          <cx:pt idx="3">0.030000000000000249</cx:pt>
          <cx:pt idx="4">0.03700000000000081</cx:pt>
          <cx:pt idx="5">0.020000000000000462</cx:pt>
          <cx:pt idx="6">0.026000000000000689</cx:pt>
          <cx:pt idx="7">0.033000000000000362</cx:pt>
          <cx:pt idx="8">0.036000000000000476</cx:pt>
        </cx:lvl>
      </cx:numDim>
    </cx:data>
    <cx:data id="5">
      <cx:numDim type="val">
        <cx:f>SwLevel_29!$AB$3:$AB$11</cx:f>
        <cx:lvl ptCount="9" formatCode="General">
          <cx:pt idx="0">0.042999999999999261</cx:pt>
          <cx:pt idx="1">0.037999999999999368</cx:pt>
          <cx:pt idx="2">0.042999999999999261</cx:pt>
          <cx:pt idx="3">0.044999999999999041</cx:pt>
          <cx:pt idx="4">0.028999999999999027</cx:pt>
          <cx:pt idx="5">0.019999999999999574</cx:pt>
          <cx:pt idx="6">0.030999999999999694</cx:pt>
          <cx:pt idx="7">0.023999999999999133</cx:pt>
          <cx:pt idx="8">0.025999999999999801</cx:pt>
        </cx:lvl>
      </cx:numDim>
    </cx:data>
    <cx:data id="6">
      <cx:numDim type="val">
        <cx:f>SwLevel_29!$AC$3:$AC$11</cx:f>
        <cx:lvl ptCount="9" formatCode="General">
          <cx:pt idx="0">0.031000000000000583</cx:pt>
          <cx:pt idx="1">0.028999999999999915</cx:pt>
          <cx:pt idx="2">0.038999999999999702</cx:pt>
          <cx:pt idx="3">0.044999999999999929</cx:pt>
          <cx:pt idx="4">0.028000000000000469</cx:pt>
          <cx:pt idx="5">0.0080000000000000071</cx:pt>
          <cx:pt idx="6">0.028999999999999915</cx:pt>
          <cx:pt idx="7">0.030000000000000249</cx:pt>
          <cx:pt idx="8">0.033999999999999808</cx:pt>
        </cx:lvl>
      </cx:numDim>
    </cx:data>
    <cx:data id="7">
      <cx:numDim type="val">
        <cx:f>SwLevel_29!$AD$3:$AD$11</cx:f>
        <cx:lvl ptCount="9" formatCode="General">
          <cx:pt idx="0">0.019000000000000128</cx:pt>
          <cx:pt idx="1">0.012999999999999901</cx:pt>
          <cx:pt idx="2">0.014000000000000234</cx:pt>
          <cx:pt idx="3">0.030999999999999694</cx:pt>
          <cx:pt idx="4">0.022999999999999687</cx:pt>
          <cx:pt idx="5">0.0090000000000003411</cx:pt>
          <cx:pt idx="6">0.019999999999999574</cx:pt>
          <cx:pt idx="7">0.020999999999999908</cx:pt>
          <cx:pt idx="8">0.038999999999999702</cx:pt>
        </cx:lvl>
      </cx:numDim>
    </cx:data>
    <cx:data id="8">
      <cx:numDim type="val">
        <cx:f>SwLevel_29!$AE$3:$AE$11</cx:f>
        <cx:lvl ptCount="9" formatCode="General">
          <cx:pt idx="0">0.01699999999999946</cx:pt>
          <cx:pt idx="1">0.021999999999999353</cx:pt>
          <cx:pt idx="2">0.024999999999999467</cx:pt>
          <cx:pt idx="3">0.040000000000000036</cx:pt>
          <cx:pt idx="4">0.020999999999999908</cx:pt>
          <cx:pt idx="5">0.025999999999999801</cx:pt>
          <cx:pt idx="6">0.035999999999999588</cx:pt>
          <cx:pt idx="7">0.040000000000000036</cx:pt>
          <cx:pt idx="8">0.035999999999999588</cx:pt>
        </cx:lvl>
      </cx:numDim>
    </cx:data>
    <cx:data id="9">
      <cx:numDim type="val">
        <cx:f>SwLevel_29!$AF$3:$AF$11</cx:f>
        <cx:lvl ptCount="9" formatCode="General">
          <cx:pt idx="0">0.030999999999999694</cx:pt>
          <cx:pt idx="1">0.038999999999999702</cx:pt>
          <cx:pt idx="2">0.039999999999999591</cx:pt>
          <cx:pt idx="3">0.034999999999999698</cx:pt>
          <cx:pt idx="4">0.042999999999999705</cx:pt>
          <cx:pt idx="5">0.045999999999999819</cx:pt>
          <cx:pt idx="6">0.045999999999999819</cx:pt>
          <cx:pt idx="7">0.045999999999999819</cx:pt>
          <cx:pt idx="8">0.033999999999999808</cx:pt>
        </cx:lvl>
      </cx:numDim>
    </cx:data>
    <cx:data id="10">
      <cx:numDim type="val">
        <cx:f>SwLevel_29!$AG$3:$AG$11</cx:f>
        <cx:lvl ptCount="9" formatCode="General">
          <cx:pt idx="0">0.018000000000000238</cx:pt>
          <cx:pt idx="1">0.021000000000000352</cx:pt>
          <cx:pt idx="2">0.022000000000000242</cx:pt>
          <cx:pt idx="3">0.030000000000000249</cx:pt>
          <cx:pt idx="4">0.044000000000000483</cx:pt>
          <cx:pt idx="5">0.039000000000000146</cx:pt>
          <cx:pt idx="6">0.043000000000000149</cx:pt>
          <cx:pt idx="7">0.044000000000000483</cx:pt>
          <cx:pt idx="8">0.046000000000000263</cx:pt>
        </cx:lvl>
      </cx:numDim>
    </cx:data>
  </cx:chartData>
  <cx:chart>
    <cx:title pos="t" align="ctr" overlay="0">
      <cx:tx>
        <cx:txData>
          <cx:v>SwLevel_29_ChB Fill Difference</cx:v>
        </cx:txData>
      </cx:tx>
    </cx:title>
    <cx:plotArea>
      <cx:plotAreaRegion>
        <cx:series layoutId="boxWhisker" uniqueId="{00000001-6B9B-4D3A-B1A2-FEC05C05AACC}">
          <cx:tx>
            <cx:txData>
              <cx:f>SwLevel_29!$W$2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6B9B-4D3A-B1A2-FEC05C05AACC}">
          <cx:tx>
            <cx:txData>
              <cx:f>SwLevel_29!$X$2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6B9B-4D3A-B1A2-FEC05C05AACC}">
          <cx:tx>
            <cx:txData>
              <cx:f>SwLevel_29!$Y$2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6B9B-4D3A-B1A2-FEC05C05AACC}">
          <cx:tx>
            <cx:txData>
              <cx:f>SwLevel_29!$Z$2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6B9B-4D3A-B1A2-FEC05C05AACC}">
          <cx:tx>
            <cx:txData>
              <cx:f>SwLevel_29!$AA$2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6B9B-4D3A-B1A2-FEC05C05AACC}">
          <cx:tx>
            <cx:txData>
              <cx:f>SwLevel_29!$AB$2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6B9B-4D3A-B1A2-FEC05C05AACC}">
          <cx:tx>
            <cx:txData>
              <cx:f>SwLevel_29!$AC$2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6B9B-4D3A-B1A2-FEC05C05AACC}">
          <cx:tx>
            <cx:txData>
              <cx:f>SwLevel_29!$AD$2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6B9B-4D3A-B1A2-FEC05C05AACC}">
          <cx:tx>
            <cx:txData>
              <cx:f>SwLevel_29!$AE$2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6B9B-4D3A-B1A2-FEC05C05AACC}">
          <cx:tx>
            <cx:txData>
              <cx:f>SwLevel_29!$AF$2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6B9B-4D3A-B1A2-FEC05C05AACC}">
          <cx:tx>
            <cx:txData>
              <cx:f>SwLevel_29!$AG$2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SwLevel_29!$AH$3:$AH$11</cx:f>
        <cx:lvl ptCount="9" formatCode="General">
          <cx:pt idx="0">0.044999999999999929</cx:pt>
          <cx:pt idx="1">0.057999999999999829</cx:pt>
          <cx:pt idx="2">0.05400000000000027</cx:pt>
          <cx:pt idx="3">0.051999999999999602</cx:pt>
          <cx:pt idx="4">0.057000000000000384</cx:pt>
          <cx:pt idx="5">0.049000000000000377</cx:pt>
          <cx:pt idx="6">0.051000000000000156</cx:pt>
          <cx:pt idx="7">0.05600000000000005</cx:pt>
          <cx:pt idx="8">0.049999999999999822</cx:pt>
        </cx:lvl>
      </cx:numDim>
    </cx:data>
    <cx:data id="1">
      <cx:numDim type="val">
        <cx:f>SwLevel_29!$AI$3:$AI$11</cx:f>
        <cx:lvl ptCount="9" formatCode="General">
          <cx:pt idx="0">0.056999999999999496</cx:pt>
          <cx:pt idx="1">0.064000000000000057</cx:pt>
          <cx:pt idx="2">0.067999999999999616</cx:pt>
          <cx:pt idx="3">0.060999999999999943</cx:pt>
          <cx:pt idx="4">0.057999999999999829</cx:pt>
          <cx:pt idx="5">0.072000000000000064</cx:pt>
          <cx:pt idx="6">0.06899999999999995</cx:pt>
          <cx:pt idx="7">0.07299999999999951</cx:pt>
          <cx:pt idx="8">0.067000000000000171</cx:pt>
        </cx:lvl>
      </cx:numDim>
    </cx:data>
    <cx:data id="2">
      <cx:numDim type="val">
        <cx:f>SwLevel_29!$AJ$3:$AJ$11</cx:f>
        <cx:lvl ptCount="9" formatCode="General">
          <cx:pt idx="0">0.060999999999999943</cx:pt>
          <cx:pt idx="1">0.06899999999999995</cx:pt>
          <cx:pt idx="2">0.062999999999999723</cx:pt>
          <cx:pt idx="3">0.069999999999999396</cx:pt>
          <cx:pt idx="4">0.057999999999999829</cx:pt>
          <cx:pt idx="5">0.067999999999999616</cx:pt>
          <cx:pt idx="6">0.065999999999999837</cx:pt>
          <cx:pt idx="7">0.06899999999999995</cx:pt>
          <cx:pt idx="8">0.064999999999999503</cx:pt>
        </cx:lvl>
      </cx:numDim>
    </cx:data>
    <cx:data id="3">
      <cx:numDim type="val">
        <cx:f>SwLevel_29!$AK$3:$AK$11</cx:f>
        <cx:lvl ptCount="9" formatCode="General">
          <cx:pt idx="0">0.071000000000000618</cx:pt>
          <cx:pt idx="1">0.070000000000000284</cx:pt>
          <cx:pt idx="2">0.068000000000000504</cx:pt>
          <cx:pt idx="3">0.072000000000000064</cx:pt>
          <cx:pt idx="4">0.06899999999999995</cx:pt>
          <cx:pt idx="5">0.071000000000000618</cx:pt>
          <cx:pt idx="6">0.070000000000000284</cx:pt>
          <cx:pt idx="7">0.075000000000000178</cx:pt>
          <cx:pt idx="8">0.073000000000000398</cx:pt>
        </cx:lvl>
      </cx:numDim>
    </cx:data>
    <cx:data id="4">
      <cx:numDim type="val">
        <cx:f>SwLevel_29!$AL$3:$AL$11</cx:f>
        <cx:lvl ptCount="9" formatCode="General">
          <cx:pt idx="0">0.060999999999999943</cx:pt>
          <cx:pt idx="1">0.060000000000000497</cx:pt>
          <cx:pt idx="2">0.057999999999999829</cx:pt>
          <cx:pt idx="3">0.065999999999999837</cx:pt>
          <cx:pt idx="4">0.063000000000000611</cx:pt>
          <cx:pt idx="5">0.05600000000000005</cx:pt>
          <cx:pt idx="6">0.06899999999999995</cx:pt>
          <cx:pt idx="7">0.063000000000000611</cx:pt>
          <cx:pt idx="8">0.059000000000000163</cx:pt>
        </cx:lvl>
      </cx:numDim>
    </cx:data>
    <cx:data id="5">
      <cx:numDim type="val">
        <cx:f>SwLevel_29!$AM$3:$AM$11</cx:f>
        <cx:lvl ptCount="9" formatCode="General">
          <cx:pt idx="0">0.057000000000000384</cx:pt>
          <cx:pt idx="1">0.059000000000000163</cx:pt>
          <cx:pt idx="2">0.072000000000000064</cx:pt>
          <cx:pt idx="3">0.057999999999999829</cx:pt>
          <cx:pt idx="4">0.059999999999999609</cx:pt>
          <cx:pt idx="5">0.057000000000000384</cx:pt>
          <cx:pt idx="6">0.065000000000000391</cx:pt>
          <cx:pt idx="7">0.059999999999999609</cx:pt>
          <cx:pt idx="8">0.057999999999999829</cx:pt>
        </cx:lvl>
      </cx:numDim>
    </cx:data>
    <cx:data id="6">
      <cx:numDim type="val">
        <cx:f>SwLevel_29!$AN$3:$AN$11</cx:f>
        <cx:lvl ptCount="9" formatCode="General">
          <cx:pt idx="0">0.059999999999999609</cx:pt>
          <cx:pt idx="1">0.07099999999999973</cx:pt>
          <cx:pt idx="2">0.067000000000000171</cx:pt>
          <cx:pt idx="3">0.067000000000000171</cx:pt>
          <cx:pt idx="4">0.064000000000000057</cx:pt>
          <cx:pt idx="5">0.07299999999999951</cx:pt>
          <cx:pt idx="6">0.059999999999999609</cx:pt>
          <cx:pt idx="7">0.06899999999999995</cx:pt>
          <cx:pt idx="8">0.057999999999999829</cx:pt>
        </cx:lvl>
      </cx:numDim>
    </cx:data>
    <cx:data id="7">
      <cx:numDim type="val">
        <cx:f>SwLevel_29!$AO$3:$AO$11</cx:f>
        <cx:lvl ptCount="9" formatCode="General">
          <cx:pt idx="0">0.074999999999999289</cx:pt>
          <cx:pt idx="1">0.072000000000000064</cx:pt>
          <cx:pt idx="2">0.06899999999999995</cx:pt>
          <cx:pt idx="3">0.069999999999999396</cx:pt>
          <cx:pt idx="4">0.076999999999999957</cx:pt>
          <cx:pt idx="5">0.08599999999999941</cx:pt>
          <cx:pt idx="6">0.080999999999999517</cx:pt>
          <cx:pt idx="7">0.077999999999999403</cx:pt>
          <cx:pt idx="8">0.065999999999999837</cx:pt>
        </cx:lvl>
      </cx:numDim>
    </cx:data>
    <cx:data id="8">
      <cx:numDim type="val">
        <cx:f>SwLevel_29!$AP$3:$AP$11</cx:f>
        <cx:lvl ptCount="9" formatCode="General">
          <cx:pt idx="0">0.073000000000000398</cx:pt>
          <cx:pt idx="1">0.078000000000000291</cx:pt>
          <cx:pt idx="2">0.075000000000000178</cx:pt>
          <cx:pt idx="3">0.073000000000000398</cx:pt>
          <cx:pt idx="4">0.084000000000000519</cx:pt>
          <cx:pt idx="5">0.086000000000000298</cx:pt>
          <cx:pt idx="6">0.087000000000000188</cx:pt>
          <cx:pt idx="7">0.079000000000000181</cx:pt>
          <cx:pt idx="8">0.086000000000000298</cx:pt>
        </cx:lvl>
      </cx:numDim>
    </cx:data>
    <cx:data id="9">
      <cx:numDim type="val">
        <cx:f>SwLevel_29!$AQ$3:$AQ$11</cx:f>
        <cx:lvl ptCount="9" formatCode="General">
          <cx:pt idx="0">0.012000000000000011</cx:pt>
          <cx:pt idx="1">0.025000000000000355</cx:pt>
          <cx:pt idx="2">0.011000000000000121</cx:pt>
          <cx:pt idx="3">0.019000000000000128</cx:pt>
          <cx:pt idx="4">0.0090000000000003411</cx:pt>
          <cx:pt idx="5">0.022000000000000242</cx:pt>
          <cx:pt idx="6">0.011000000000000121</cx:pt>
          <cx:pt idx="7">0.0020000000000002238</cx:pt>
          <cx:pt idx="8">-0.0019999999999997797</cx:pt>
        </cx:lvl>
      </cx:numDim>
    </cx:data>
    <cx:data id="10">
      <cx:numDim type="val">
        <cx:f>SwLevel_29!$AR$3:$AR$11</cx:f>
        <cx:lvl ptCount="9" formatCode="General"/>
      </cx:numDim>
    </cx:data>
  </cx:chartData>
  <cx:chart>
    <cx:title pos="t" align="ctr" overlay="0">
      <cx:tx>
        <cx:txData>
          <cx:v>SwLevel_29_ChB Drain Difference</cx:v>
        </cx:txData>
      </cx:tx>
    </cx:title>
    <cx:plotArea>
      <cx:plotAreaRegion>
        <cx:series layoutId="boxWhisker" uniqueId="{00000001-7EE9-4BAA-8387-B48AFD6C2DA1}">
          <cx:tx>
            <cx:txData>
              <cx:f>SwLevel_29!$AH$2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7EE9-4BAA-8387-B48AFD6C2DA1}">
          <cx:tx>
            <cx:txData>
              <cx:f>SwLevel_29!$AI$2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7EE9-4BAA-8387-B48AFD6C2DA1}">
          <cx:tx>
            <cx:txData>
              <cx:f>SwLevel_29!$AJ$2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7EE9-4BAA-8387-B48AFD6C2DA1}">
          <cx:tx>
            <cx:txData>
              <cx:f>SwLevel_29!$AK$2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7EE9-4BAA-8387-B48AFD6C2DA1}">
          <cx:tx>
            <cx:txData>
              <cx:f>SwLevel_29!$AL$2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7EE9-4BAA-8387-B48AFD6C2DA1}">
          <cx:tx>
            <cx:txData>
              <cx:f>SwLevel_29!$AM$2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7EE9-4BAA-8387-B48AFD6C2DA1}">
          <cx:tx>
            <cx:txData>
              <cx:f>SwLevel_29!$AN$2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7EE9-4BAA-8387-B48AFD6C2DA1}">
          <cx:tx>
            <cx:txData>
              <cx:f>SwLevel_29!$AO$2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7EE9-4BAA-8387-B48AFD6C2DA1}">
          <cx:tx>
            <cx:txData>
              <cx:f>SwLevel_29!$AP$2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7EE9-4BAA-8387-B48AFD6C2DA1}">
          <cx:tx>
            <cx:txData>
              <cx:f>SwLevel_29!$AQ$2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7EE9-4BAA-8387-B48AFD6C2DA1}">
          <cx:tx>
            <cx:txData>
              <cx:f>SwLevel_29!$AR$2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SwLevel_29!$A$3:$A$10</cx:f>
        <cx:lvl ptCount="8" formatCode="General"/>
      </cx:numDim>
    </cx:data>
    <cx:data id="1">
      <cx:numDim type="val">
        <cx:f>SwLevel_29!$B$3:$B$10</cx:f>
        <cx:lvl ptCount="8" formatCode="General">
          <cx:pt idx="0">0.013999999999999346</cx:pt>
          <cx:pt idx="1">0.01699999999999946</cx:pt>
          <cx:pt idx="2">0.013999999999999346</cx:pt>
          <cx:pt idx="3">0.027000000000000135</cx:pt>
          <cx:pt idx="4">0.011999999999999567</cx:pt>
          <cx:pt idx="5">0.028999999999999915</cx:pt>
          <cx:pt idx="6">0.022999999999999687</cx:pt>
          <cx:pt idx="7">0.027000000000000135</cx:pt>
        </cx:lvl>
      </cx:numDim>
    </cx:data>
    <cx:data id="2">
      <cx:numDim type="val">
        <cx:f>SwLevel_29!$C$3:$C$10</cx:f>
        <cx:lvl ptCount="8" formatCode="General">
          <cx:pt idx="0">-0.022999999999999687</cx:pt>
          <cx:pt idx="1">-0.019999999999999574</cx:pt>
          <cx:pt idx="2">0.019000000000000128</cx:pt>
          <cx:pt idx="3">0.020000000000000462</cx:pt>
          <cx:pt idx="4">0.025000000000000355</cx:pt>
          <cx:pt idx="5">0.0080000000000008953</cx:pt>
          <cx:pt idx="6">0.033000000000000362</cx:pt>
          <cx:pt idx="7">0.025000000000000355</cx:pt>
        </cx:lvl>
      </cx:numDim>
    </cx:data>
    <cx:data id="3">
      <cx:numDim type="val">
        <cx:f>SwLevel_29!$D$3:$D$10</cx:f>
        <cx:lvl ptCount="8" formatCode="General">
          <cx:pt idx="0">0</cx:pt>
          <cx:pt idx="1">0.0029999999999992255</cx:pt>
          <cx:pt idx="2">-0.014000000000000234</cx:pt>
          <cx:pt idx="3">0.0049999999999990052</cx:pt>
          <cx:pt idx="4">-0.0070000000000005613</cx:pt>
          <cx:pt idx="5">-0.0060000000000002274</cx:pt>
          <cx:pt idx="6">-0.0030000000000010019</cx:pt>
          <cx:pt idx="7">-0.0060000000000002274</cx:pt>
        </cx:lvl>
      </cx:numDim>
    </cx:data>
    <cx:data id="4">
      <cx:numDim type="val">
        <cx:f>SwLevel_29!$E$3:$E$10</cx:f>
        <cx:lvl ptCount="8" formatCode="General">
          <cx:pt idx="0">-0.0069999999999996732</cx:pt>
          <cx:pt idx="1">-0.011000000000000121</cx:pt>
          <cx:pt idx="2">-0.022999999999999687</cx:pt>
          <cx:pt idx="3">-0.0049999999999998934</cx:pt>
          <cx:pt idx="4">-0.01699999999999946</cx:pt>
          <cx:pt idx="5">-0.01699999999999946</cx:pt>
          <cx:pt idx="6">-0.01499999999999968</cx:pt>
          <cx:pt idx="7">-0.016000000000000014</cx:pt>
        </cx:lvl>
      </cx:numDim>
    </cx:data>
    <cx:data id="5">
      <cx:numDim type="val">
        <cx:f>SwLevel_29!$F$3:$F$10</cx:f>
        <cx:lvl ptCount="8" formatCode="General">
          <cx:pt idx="0">0.0049999999999998934</cx:pt>
          <cx:pt idx="1">0.0049999999999998934</cx:pt>
          <cx:pt idx="2">0.0090000000000003411</cx:pt>
          <cx:pt idx="3">0.011000000000000121</cx:pt>
          <cx:pt idx="4">0.0049999999999998934</cx:pt>
          <cx:pt idx="5">0.0090000000000003411</cx:pt>
          <cx:pt idx="6">0.0019999999999997797</cx:pt>
          <cx:pt idx="7">0.0090000000000003411</cx:pt>
        </cx:lvl>
      </cx:numDim>
    </cx:data>
    <cx:data id="6">
      <cx:numDim type="val">
        <cx:f>SwLevel_29!$G$3:$G$10</cx:f>
        <cx:lvl ptCount="8" formatCode="General">
          <cx:pt idx="0">0.0089999999999994529</cx:pt>
          <cx:pt idx="1">0.013999999999999346</cx:pt>
          <cx:pt idx="2">0.012999999999999901</cx:pt>
          <cx:pt idx="3">0.020999999999999908</cx:pt>
          <cx:pt idx="4">0.016000000000000014</cx:pt>
          <cx:pt idx="5">0.011000000000000121</cx:pt>
          <cx:pt idx="6">0.0019999999999997797</cx:pt>
          <cx:pt idx="7">0.01699999999999946</cx:pt>
        </cx:lvl>
      </cx:numDim>
    </cx:data>
    <cx:data id="7">
      <cx:numDim type="val">
        <cx:f>SwLevel_29!$H$3:$H$10</cx:f>
        <cx:lvl ptCount="8" formatCode="General">
          <cx:pt idx="0">0.014000000000000234</cx:pt>
          <cx:pt idx="1">0.012000000000000455</cx:pt>
          <cx:pt idx="2">0.020000000000000462</cx:pt>
          <cx:pt idx="3">0.023000000000000576</cx:pt>
          <cx:pt idx="4">0.023000000000000576</cx:pt>
          <cx:pt idx="5">0.023000000000000576</cx:pt>
          <cx:pt idx="6">0.027000000000000135</cx:pt>
          <cx:pt idx="7">0.024000000000000909</cx:pt>
        </cx:lvl>
      </cx:numDim>
    </cx:data>
    <cx:data id="8">
      <cx:numDim type="val">
        <cx:f>SwLevel_29!$I$3:$I$10</cx:f>
        <cx:lvl ptCount="8" formatCode="General">
          <cx:pt idx="0">0.0039999999999995595</cx:pt>
          <cx:pt idx="1">0.0069999999999996732</cx:pt>
          <cx:pt idx="2">-0.0030000000000010019</cx:pt>
          <cx:pt idx="3">-0.001000000000000334</cx:pt>
          <cx:pt idx="4">0.0039999999999995595</cx:pt>
          <cx:pt idx="5">0.011999999999999567</cx:pt>
          <cx:pt idx="6">0.012999999999999012</cx:pt>
          <cx:pt idx="7">0.0079999999999991189</cx:pt>
        </cx:lvl>
      </cx:numDim>
    </cx:data>
    <cx:data id="9">
      <cx:numDim type="val">
        <cx:f>SwLevel_29!$J$3:$J$10</cx:f>
        <cx:lvl ptCount="8" formatCode="General">
          <cx:pt idx="0">0.013000000000000345</cx:pt>
          <cx:pt idx="1">0.0060000000000002274</cx:pt>
          <cx:pt idx="2">0.0090000000000003411</cx:pt>
          <cx:pt idx="3">0.0090000000000003411</cx:pt>
          <cx:pt idx="4">0.011000000000000121</cx:pt>
          <cx:pt idx="5">0.0090000000000003411</cx:pt>
          <cx:pt idx="6">0.023000000000000131</cx:pt>
          <cx:pt idx="7">0.012000000000000011</cx:pt>
        </cx:lvl>
      </cx:numDim>
    </cx:data>
    <cx:data id="10">
      <cx:numDim type="val">
        <cx:f>SwLevel_29!$K$3:$K$10</cx:f>
        <cx:lvl ptCount="8" formatCode="General">
          <cx:pt idx="0">0.0040000000000000036</cx:pt>
          <cx:pt idx="1">-0.0020000000000002238</cx:pt>
          <cx:pt idx="2">0.017999999999999794</cx:pt>
          <cx:pt idx="3">0.020999999999999908</cx:pt>
          <cx:pt idx="4">0.0080000000000000071</cx:pt>
          <cx:pt idx="5">0.0059999999999997833</cx:pt>
          <cx:pt idx="6">0.015000000000000124</cx:pt>
          <cx:pt idx="7">0.0030000000000001137</cx:pt>
        </cx:lvl>
      </cx:numDim>
    </cx:data>
  </cx:chartData>
  <cx:chart>
    <cx:title pos="t" align="ctr" overlay="0">
      <cx:tx>
        <cx:txData>
          <cx:v>SwLevel_29_ChA Fill Difference</cx:v>
        </cx:txData>
      </cx:tx>
    </cx:title>
    <cx:plotArea>
      <cx:plotAreaRegion>
        <cx:series layoutId="boxWhisker" uniqueId="{00000001-FD3D-4D99-BECF-6F740A47B562}">
          <cx:tx>
            <cx:txData>
              <cx:f>SwLevel_29!$A$2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FD3D-4D99-BECF-6F740A47B562}">
          <cx:tx>
            <cx:txData>
              <cx:f>SwLevel_29!$B$2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FD3D-4D99-BECF-6F740A47B562}">
          <cx:tx>
            <cx:txData>
              <cx:f>SwLevel_29!$C$2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FD3D-4D99-BECF-6F740A47B562}">
          <cx:tx>
            <cx:txData>
              <cx:f>SwLevel_29!$D$2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FD3D-4D99-BECF-6F740A47B562}">
          <cx:tx>
            <cx:txData>
              <cx:f>SwLevel_29!$E$2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FD3D-4D99-BECF-6F740A47B562}">
          <cx:tx>
            <cx:txData>
              <cx:f>SwLevel_29!$F$2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FD3D-4D99-BECF-6F740A47B562}">
          <cx:tx>
            <cx:txData>
              <cx:f>SwLevel_29!$G$2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FD3D-4D99-BECF-6F740A47B562}">
          <cx:tx>
            <cx:txData>
              <cx:f>SwLevel_29!$H$2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FD3D-4D99-BECF-6F740A47B562}">
          <cx:tx>
            <cx:txData>
              <cx:f>SwLevel_29!$I$2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FD3D-4D99-BECF-6F740A47B562}">
          <cx:tx>
            <cx:txData>
              <cx:f>SwLevel_29!$J$2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FD3D-4D99-BECF-6F740A47B562}">
          <cx:tx>
            <cx:txData>
              <cx:f>SwLevel_29!$K$2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8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SwLevel_29!$L$3:$L$10</cx:f>
        <cx:lvl ptCount="8" formatCode="General">
          <cx:pt idx="0">0.058999999999999275</cx:pt>
          <cx:pt idx="1">0.058999999999999275</cx:pt>
          <cx:pt idx="2">0.060999999999999943</cx:pt>
          <cx:pt idx="3">0.052999999999999936</cx:pt>
          <cx:pt idx="4">0.061999999999999389</cx:pt>
          <cx:pt idx="5">0.061999999999999389</cx:pt>
          <cx:pt idx="6">0.057999999999999829</cx:pt>
          <cx:pt idx="7">0.05600000000000005</cx:pt>
        </cx:lvl>
      </cx:numDim>
    </cx:data>
    <cx:data id="1">
      <cx:numDim type="val">
        <cx:f>SwLevel_29!$M$3:$M$10</cx:f>
        <cx:lvl ptCount="8" formatCode="General">
          <cx:pt idx="0">0.044000000000000483</cx:pt>
          <cx:pt idx="1">0.043000000000000149</cx:pt>
          <cx:pt idx="2">0.046000000000000263</cx:pt>
          <cx:pt idx="3">0.042000000000000703</cx:pt>
          <cx:pt idx="4">0.049000000000000377</cx:pt>
          <cx:pt idx="5">0.048000000000000043</cx:pt>
          <cx:pt idx="6">0.040000000000000036</cx:pt>
          <cx:pt idx="7">0.044999999999999929</cx:pt>
        </cx:lvl>
      </cx:numDim>
    </cx:data>
    <cx:data id="2">
      <cx:numDim type="val">
        <cx:f>SwLevel_29!$N$3:$N$10</cx:f>
        <cx:lvl ptCount="8" formatCode="General">
          <cx:pt idx="0">0.059000000000000163</cx:pt>
          <cx:pt idx="1">0.05200000000000049</cx:pt>
          <cx:pt idx="2">0.05600000000000005</cx:pt>
          <cx:pt idx="3">0.05600000000000005</cx:pt>
          <cx:pt idx="4">0.05400000000000027</cx:pt>
          <cx:pt idx="5">0.049000000000000377</cx:pt>
          <cx:pt idx="6">0.055000000000000604</cx:pt>
          <cx:pt idx="7">0.059000000000000163</cx:pt>
        </cx:lvl>
      </cx:numDim>
    </cx:data>
    <cx:data id="3">
      <cx:numDim type="val">
        <cx:f>SwLevel_29!$O$3:$O$10</cx:f>
        <cx:lvl ptCount="8" formatCode="General">
          <cx:pt idx="0">0.046999999999999709</cx:pt>
          <cx:pt idx="1">0.041000000000000369</cx:pt>
          <cx:pt idx="2">0.043999999999999595</cx:pt>
          <cx:pt idx="3">0.041000000000000369</cx:pt>
          <cx:pt idx="4">0.038000000000000256</cx:pt>
          <cx:pt idx="5">0.035999999999999588</cx:pt>
          <cx:pt idx="6">0.041999999999999815</cx:pt>
          <cx:pt idx="7">0.046999999999999709</cx:pt>
        </cx:lvl>
      </cx:numDim>
    </cx:data>
    <cx:data id="4">
      <cx:numDim type="val">
        <cx:f>SwLevel_29!$P$3:$P$10</cx:f>
        <cx:lvl ptCount="8" formatCode="General">
          <cx:pt idx="0">0.057999999999999829</cx:pt>
          <cx:pt idx="1">0.059000000000000163</cx:pt>
          <cx:pt idx="2">0.059000000000000163</cx:pt>
          <cx:pt idx="3">0.059999999999999609</cx:pt>
          <cx:pt idx="4">0.062999999999999723</cx:pt>
          <cx:pt idx="5">0.069999999999999396</cx:pt>
          <cx:pt idx="6">0.059000000000000163</cx:pt>
          <cx:pt idx="7">0.064000000000000057</cx:pt>
        </cx:lvl>
      </cx:numDim>
    </cx:data>
    <cx:data id="5">
      <cx:numDim type="val">
        <cx:f>SwLevel_29!$Q$3:$Q$10</cx:f>
        <cx:lvl ptCount="8" formatCode="General">
          <cx:pt idx="0">0.062999999999999723</cx:pt>
          <cx:pt idx="1">0.06899999999999995</cx:pt>
          <cx:pt idx="2">0.054999999999999716</cx:pt>
          <cx:pt idx="3">0.060999999999999943</cx:pt>
          <cx:pt idx="4">0.046999999999999709</cx:pt>
          <cx:pt idx="5">0.061999999999999389</cx:pt>
          <cx:pt idx="6">0.051999999999999602</cx:pt>
          <cx:pt idx="7">0.057999999999999829</cx:pt>
        </cx:lvl>
      </cx:numDim>
    </cx:data>
    <cx:data id="6">
      <cx:numDim type="val">
        <cx:f>SwLevel_29!$R$3:$R$10</cx:f>
        <cx:lvl ptCount="8" formatCode="General">
          <cx:pt idx="0">0.058000000000000718</cx:pt>
          <cx:pt idx="1">0.067000000000000171</cx:pt>
          <cx:pt idx="2">0.051000000000000156</cx:pt>
          <cx:pt idx="3">0.049000000000000377</cx:pt>
          <cx:pt idx="4">0.052999999999999936</cx:pt>
          <cx:pt idx="5">0.05600000000000005</cx:pt>
          <cx:pt idx="6">0.05400000000000027</cx:pt>
          <cx:pt idx="7">0.055000000000000604</cx:pt>
        </cx:lvl>
      </cx:numDim>
    </cx:data>
    <cx:data id="7">
      <cx:numDim type="val">
        <cx:f>SwLevel_29!$S$3:$S$10</cx:f>
        <cx:lvl ptCount="8" formatCode="General">
          <cx:pt idx="0">0.062000000000000277</cx:pt>
          <cx:pt idx="1">0.065999999999999837</cx:pt>
          <cx:pt idx="2">0.047000000000000597</cx:pt>
          <cx:pt idx="3">0.041000000000000369</cx:pt>
          <cx:pt idx="4">0.041999999999999815</cx:pt>
          <cx:pt idx="5">0.044000000000000483</cx:pt>
          <cx:pt idx="6">0.043000000000000149</cx:pt>
          <cx:pt idx="7">0.043000000000000149</cx:pt>
        </cx:lvl>
      </cx:numDim>
    </cx:data>
    <cx:data id="8">
      <cx:numDim type="val">
        <cx:f>SwLevel_29!$T$3:$T$10</cx:f>
        <cx:lvl ptCount="8" formatCode="General">
          <cx:pt idx="0">0.05600000000000005</cx:pt>
          <cx:pt idx="1">0.059000000000000163</cx:pt>
          <cx:pt idx="2">0.048999999999999932</cx:pt>
          <cx:pt idx="3">0.053999999999999826</cx:pt>
          <cx:pt idx="4">0.047000000000000153</cx:pt>
          <cx:pt idx="5">0.045999999999999819</cx:pt>
          <cx:pt idx="6">0.047000000000000153</cx:pt>
          <cx:pt idx="7">0.045999999999999819</cx:pt>
        </cx:lvl>
      </cx:numDim>
    </cx:data>
    <cx:data id="9">
      <cx:numDim type="val">
        <cx:f>SwLevel_29!$U$3:$U$10</cx:f>
        <cx:lvl ptCount="8" formatCode="General">
          <cx:pt idx="0">0.063999999999999613</cx:pt>
          <cx:pt idx="1">0.057999999999999829</cx:pt>
          <cx:pt idx="2">0.057999999999999829</cx:pt>
          <cx:pt idx="3">0.050999999999999712</cx:pt>
          <cx:pt idx="4">0.050999999999999712</cx:pt>
          <cx:pt idx="5">0.048000000000000043</cx:pt>
          <cx:pt idx="6">0.049999999999999822</cx:pt>
          <cx:pt idx="7">0.050999999999999712</cx:pt>
        </cx:lvl>
      </cx:numDim>
    </cx:data>
    <cx:data id="10">
      <cx:numDim type="val">
        <cx:f>SwLevel_29!$V$3:$V$10</cx:f>
        <cx:lvl ptCount="8" formatCode="General"/>
      </cx:numDim>
    </cx:data>
  </cx:chartData>
  <cx:chart>
    <cx:title pos="t" align="ctr" overlay="0">
      <cx:tx>
        <cx:txData>
          <cx:v>SwLevel_29_ChA Drain Difference</cx:v>
        </cx:txData>
      </cx:tx>
    </cx:title>
    <cx:plotArea>
      <cx:plotAreaRegion>
        <cx:series layoutId="boxWhisker" uniqueId="{00000001-C705-4F3C-82AC-A61FB3A6A7F9}">
          <cx:tx>
            <cx:txData>
              <cx:f>SwLevel_29!$L$2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C705-4F3C-82AC-A61FB3A6A7F9}">
          <cx:tx>
            <cx:txData>
              <cx:f>SwLevel_29!$M$2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C705-4F3C-82AC-A61FB3A6A7F9}">
          <cx:tx>
            <cx:txData>
              <cx:f>SwLevel_29!$N$2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C705-4F3C-82AC-A61FB3A6A7F9}">
          <cx:tx>
            <cx:txData>
              <cx:f>SwLevel_29!$O$2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C705-4F3C-82AC-A61FB3A6A7F9}">
          <cx:tx>
            <cx:txData>
              <cx:f>SwLevel_29!$P$2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C705-4F3C-82AC-A61FB3A6A7F9}">
          <cx:tx>
            <cx:txData>
              <cx:f>SwLevel_29!$Q$2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C705-4F3C-82AC-A61FB3A6A7F9}">
          <cx:tx>
            <cx:txData>
              <cx:f>SwLevel_29!$R$2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C705-4F3C-82AC-A61FB3A6A7F9}">
          <cx:tx>
            <cx:txData>
              <cx:f>SwLevel_29!$S$2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C705-4F3C-82AC-A61FB3A6A7F9}">
          <cx:tx>
            <cx:txData>
              <cx:f>SwLevel_29!$T$2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C705-4F3C-82AC-A61FB3A6A7F9}">
          <cx:tx>
            <cx:txData>
              <cx:f>SwLevel_29!$U$2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C705-4F3C-82AC-A61FB3A6A7F9}">
          <cx:tx>
            <cx:txData>
              <cx:f>SwLevel_29!$V$2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19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SwLevel_29!$W$3:$W$10</cx:f>
        <cx:lvl ptCount="8" formatCode="General"/>
      </cx:numDim>
    </cx:data>
    <cx:data id="1">
      <cx:numDim type="val">
        <cx:f>SwLevel_29!$X$3:$X$10</cx:f>
        <cx:lvl ptCount="8" formatCode="General">
          <cx:pt idx="0">0.001000000000000334</cx:pt>
          <cx:pt idx="1">0.05200000000000049</cx:pt>
          <cx:pt idx="2">0.21400000000000041</cx:pt>
          <cx:pt idx="3">0.22500000000000053</cx:pt>
          <cx:pt idx="4">0.21799999999999997</cx:pt>
          <cx:pt idx="5">0.18900000000000006</cx:pt>
          <cx:pt idx="6">0.24399999999999977</cx:pt>
          <cx:pt idx="7">0.23300000000000054</cx:pt>
        </cx:lvl>
      </cx:numDim>
    </cx:data>
    <cx:data id="2">
      <cx:numDim type="val">
        <cx:f>SwLevel_29!$Y$3:$Y$10</cx:f>
        <cx:lvl ptCount="8" formatCode="General">
          <cx:pt idx="0">0.011999999999999567</cx:pt>
          <cx:pt idx="1">0.0099999999999997868</cx:pt>
          <cx:pt idx="2">0.001000000000000334</cx:pt>
          <cx:pt idx="3">0.011000000000000121</cx:pt>
          <cx:pt idx="4">0.0030000000000001137</cx:pt>
          <cx:pt idx="5">0.0090000000000003411</cx:pt>
          <cx:pt idx="6">0.0030000000000001137</cx:pt>
          <cx:pt idx="7">0.0019999999999997797</cx:pt>
        </cx:lvl>
      </cx:numDim>
    </cx:data>
    <cx:data id="3">
      <cx:numDim type="val">
        <cx:f>SwLevel_29!$Z$3:$Z$10</cx:f>
        <cx:lvl ptCount="8" formatCode="General">
          <cx:pt idx="0">0.0030000000000001137</cx:pt>
          <cx:pt idx="1">-0.011000000000000121</cx:pt>
          <cx:pt idx="2">-0.012999999999999901</cx:pt>
          <cx:pt idx="3">0.0039999999999995595</cx:pt>
          <cx:pt idx="4">-0.0080000000000000071</cx:pt>
          <cx:pt idx="5">-0.0070000000000005613</cx:pt>
          <cx:pt idx="6">-0.0060000000000002274</cx:pt>
          <cx:pt idx="7">-0.0049999999999998934</cx:pt>
        </cx:lvl>
      </cx:numDim>
    </cx:data>
    <cx:data id="4">
      <cx:numDim type="val">
        <cx:f>SwLevel_29!$AA$3:$AA$10</cx:f>
        <cx:lvl ptCount="8" formatCode="General">
          <cx:pt idx="0">0.0090000000000003411</cx:pt>
          <cx:pt idx="1">0.0070000000000005613</cx:pt>
          <cx:pt idx="2">0.0030000000000001137</cx:pt>
          <cx:pt idx="3">0.0090000000000003411</cx:pt>
          <cx:pt idx="4">-0.0019999999999997797</cx:pt>
          <cx:pt idx="5">0</cx:pt>
          <cx:pt idx="6">-0.0029999999999992255</cx:pt>
          <cx:pt idx="7">0.001000000000000334</cx:pt>
        </cx:lvl>
      </cx:numDim>
    </cx:data>
    <cx:data id="5">
      <cx:numDim type="val">
        <cx:f>SwLevel_29!$AB$3:$AB$10</cx:f>
        <cx:lvl ptCount="8" formatCode="General">
          <cx:pt idx="0">0.0079999999999991189</cx:pt>
          <cx:pt idx="1">0.0059999999999993392</cx:pt>
          <cx:pt idx="2">0</cx:pt>
          <cx:pt idx="3">0.0099999999999997868</cx:pt>
          <cx:pt idx="4">0.0039999999999995595</cx:pt>
          <cx:pt idx="5">0.0049999999999990052</cx:pt>
          <cx:pt idx="6">0</cx:pt>
          <cx:pt idx="7">0.0099999999999997868</cx:pt>
        </cx:lvl>
      </cx:numDim>
    </cx:data>
    <cx:data id="6">
      <cx:numDim type="val">
        <cx:f>SwLevel_29!$AC$3:$AC$10</cx:f>
        <cx:lvl ptCount="8" formatCode="General">
          <cx:pt idx="0">0</cx:pt>
          <cx:pt idx="1">-0.00099999999999944578</cx:pt>
          <cx:pt idx="2">0.0040000000000004476</cx:pt>
          <cx:pt idx="3">0.019000000000000128</cx:pt>
          <cx:pt idx="4">0.014000000000000234</cx:pt>
          <cx:pt idx="5">0.012999999999999901</cx:pt>
          <cx:pt idx="6">0.0090000000000003411</cx:pt>
          <cx:pt idx="7">0.012999999999999901</cx:pt>
        </cx:lvl>
      </cx:numDim>
    </cx:data>
    <cx:data id="7">
      <cx:numDim type="val">
        <cx:f>SwLevel_29!$AD$3:$AD$10</cx:f>
        <cx:lvl ptCount="8" formatCode="General">
          <cx:pt idx="0">0.0019999999999997797</cx:pt>
          <cx:pt idx="1">0.0090000000000003411</cx:pt>
          <cx:pt idx="2">0.0060000000000002274</cx:pt>
          <cx:pt idx="3">0.0030000000000001137</cx:pt>
          <cx:pt idx="4">0.0069999999999996732</cx:pt>
          <cx:pt idx="5">0.0099999999999997868</cx:pt>
          <cx:pt idx="6">0.017000000000000348</cx:pt>
          <cx:pt idx="7">0.011999999999999567</cx:pt>
        </cx:lvl>
      </cx:numDim>
    </cx:data>
    <cx:data id="8">
      <cx:numDim type="val">
        <cx:f>SwLevel_29!$AE$3:$AE$10</cx:f>
        <cx:lvl ptCount="8" formatCode="General">
          <cx:pt idx="0">0.011000000000000121</cx:pt>
          <cx:pt idx="1">0.0060000000000002274</cx:pt>
          <cx:pt idx="2">0.013999999999999346</cx:pt>
          <cx:pt idx="3">0.012999999999999901</cx:pt>
          <cx:pt idx="4">0.019000000000000128</cx:pt>
          <cx:pt idx="5">0.017999999999999794</cx:pt>
          <cx:pt idx="6">0.024999999999999467</cx:pt>
          <cx:pt idx="7">0.019999999999999574</cx:pt>
        </cx:lvl>
      </cx:numDim>
    </cx:data>
    <cx:data id="9">
      <cx:numDim type="val">
        <cx:f>SwLevel_29!$AF$3:$AF$10</cx:f>
        <cx:lvl ptCount="8" formatCode="General">
          <cx:pt idx="0">0.030999999999999694</cx:pt>
          <cx:pt idx="1">0.025999999999999801</cx:pt>
          <cx:pt idx="2">0.026999999999999691</cx:pt>
          <cx:pt idx="3">0.028999999999999471</cx:pt>
          <cx:pt idx="4">0.019999999999999574</cx:pt>
          <cx:pt idx="5">0.017999999999999794</cx:pt>
          <cx:pt idx="6">0.036999999999999478</cx:pt>
          <cx:pt idx="7">0.020999999999999464</cx:pt>
        </cx:lvl>
      </cx:numDim>
    </cx:data>
    <cx:data id="10">
      <cx:numDim type="val">
        <cx:f>SwLevel_29!$AG$3:$AG$10</cx:f>
        <cx:lvl ptCount="8" formatCode="General">
          <cx:pt idx="0">0.011000000000000121</cx:pt>
          <cx:pt idx="1">0.012000000000000455</cx:pt>
          <cx:pt idx="2">0.015000000000000124</cx:pt>
          <cx:pt idx="3">0.017000000000000348</cx:pt>
          <cx:pt idx="4">0.0070000000000001172</cx:pt>
          <cx:pt idx="5">0.0090000000000003411</cx:pt>
          <cx:pt idx="6">0.0030000000000001137</cx:pt>
          <cx:pt idx="7">0.0090000000000003411</cx:pt>
        </cx:lvl>
      </cx:numDim>
    </cx:data>
  </cx:chartData>
  <cx:chart>
    <cx:title pos="t" align="ctr" overlay="0">
      <cx:tx>
        <cx:txData>
          <cx:v>SwLevel_29_ChB Fill Difference</cx:v>
        </cx:txData>
      </cx:tx>
    </cx:title>
    <cx:plotArea>
      <cx:plotAreaRegion>
        <cx:series layoutId="boxWhisker" uniqueId="{00000001-E8CA-4DCD-85AE-28F32F564871}">
          <cx:tx>
            <cx:txData>
              <cx:f>SwLevel_29!$W$2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E8CA-4DCD-85AE-28F32F564871}">
          <cx:tx>
            <cx:txData>
              <cx:f>SwLevel_29!$X$2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E8CA-4DCD-85AE-28F32F564871}">
          <cx:tx>
            <cx:txData>
              <cx:f>SwLevel_29!$Y$2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E8CA-4DCD-85AE-28F32F564871}">
          <cx:tx>
            <cx:txData>
              <cx:f>SwLevel_29!$Z$2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E8CA-4DCD-85AE-28F32F564871}">
          <cx:tx>
            <cx:txData>
              <cx:f>SwLevel_29!$AA$2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E8CA-4DCD-85AE-28F32F564871}">
          <cx:tx>
            <cx:txData>
              <cx:f>SwLevel_29!$AB$2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E8CA-4DCD-85AE-28F32F564871}">
          <cx:tx>
            <cx:txData>
              <cx:f>SwLevel_29!$AC$2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E8CA-4DCD-85AE-28F32F564871}">
          <cx:tx>
            <cx:txData>
              <cx:f>SwLevel_29!$AD$2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E8CA-4DCD-85AE-28F32F564871}">
          <cx:tx>
            <cx:txData>
              <cx:f>SwLevel_29!$AE$2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E8CA-4DCD-85AE-28F32F564871}">
          <cx:tx>
            <cx:txData>
              <cx:f>SwLevel_29!$AF$2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E8CA-4DCD-85AE-28F32F564871}">
          <cx:tx>
            <cx:txData>
              <cx:f>SwLevel_29!$AG$2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hartEx20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SwLevel_29!$AH$3:$AH$10</cx:f>
        <cx:lvl ptCount="8" formatCode="General">
          <cx:pt idx="0">0.049000000000000377</cx:pt>
          <cx:pt idx="1">0.046000000000000263</cx:pt>
          <cx:pt idx="2">0.049999999999999822</cx:pt>
          <cx:pt idx="3">0.043000000000000149</cx:pt>
          <cx:pt idx="4">0.051999999999999602</cx:pt>
          <cx:pt idx="5">0.051999999999999602</cx:pt>
          <cx:pt idx="6">0.046999999999999709</cx:pt>
          <cx:pt idx="7">0.046999999999999709</cx:pt>
        </cx:lvl>
      </cx:numDim>
    </cx:data>
    <cx:data id="1">
      <cx:numDim type="val">
        <cx:f>SwLevel_29!$AI$3:$AI$10</cx:f>
        <cx:lvl ptCount="8" formatCode="General">
          <cx:pt idx="0">0.062999999999999723</cx:pt>
          <cx:pt idx="1">0.059999999999999609</cx:pt>
          <cx:pt idx="2">0.067000000000000171</cx:pt>
          <cx:pt idx="3">0.061999999999999389</cx:pt>
          <cx:pt idx="4">0.059999999999999609</cx:pt>
          <cx:pt idx="5">0.061999999999999389</cx:pt>
          <cx:pt idx="6">0.062999999999999723</cx:pt>
          <cx:pt idx="7">0.064999999999999503</cx:pt>
        </cx:lvl>
      </cx:numDim>
    </cx:data>
    <cx:data id="2">
      <cx:numDim type="val">
        <cx:f>SwLevel_29!$AJ$3:$AJ$10</cx:f>
        <cx:lvl ptCount="8" formatCode="General">
          <cx:pt idx="0">0.062999999999999723</cx:pt>
          <cx:pt idx="1">0.057999999999999829</cx:pt>
          <cx:pt idx="2">0.061999999999999389</cx:pt>
          <cx:pt idx="3">0.057999999999999829</cx:pt>
          <cx:pt idx="4">0.053999999999999382</cx:pt>
          <cx:pt idx="5">0.051999999999999602</cx:pt>
          <cx:pt idx="6">0.058999999999999275</cx:pt>
          <cx:pt idx="7">0.064000000000000057</cx:pt>
        </cx:lvl>
      </cx:numDim>
    </cx:data>
    <cx:data id="3">
      <cx:numDim type="val">
        <cx:f>SwLevel_29!$AK$3:$AK$10</cx:f>
        <cx:lvl ptCount="8" formatCode="General">
          <cx:pt idx="0">0.066000000000000725</cx:pt>
          <cx:pt idx="1">0.062000000000000277</cx:pt>
          <cx:pt idx="2">0.065000000000000391</cx:pt>
          <cx:pt idx="3">0.059000000000000163</cx:pt>
          <cx:pt idx="4">0.060000000000000497</cx:pt>
          <cx:pt idx="5">0.070000000000000284</cx:pt>
          <cx:pt idx="6">0.060000000000000497</cx:pt>
          <cx:pt idx="7">0.071000000000000618</cx:pt>
        </cx:lvl>
      </cx:numDim>
    </cx:data>
    <cx:data id="4">
      <cx:numDim type="val">
        <cx:f>SwLevel_29!$AL$3:$AL$10</cx:f>
        <cx:lvl ptCount="8" formatCode="General">
          <cx:pt idx="0">0.05600000000000005</cx:pt>
          <cx:pt idx="1">0.05400000000000027</cx:pt>
          <cx:pt idx="2">0.052999999999999936</cx:pt>
          <cx:pt idx="3">0.05200000000000049</cx:pt>
          <cx:pt idx="4">0.051000000000000156</cx:pt>
          <cx:pt idx="5">0.060000000000000497</cx:pt>
          <cx:pt idx="6">0.05200000000000049</cx:pt>
          <cx:pt idx="7">0.060000000000000497</cx:pt>
        </cx:lvl>
      </cx:numDim>
    </cx:data>
    <cx:data id="5">
      <cx:numDim type="val">
        <cx:f>SwLevel_29!$AM$3:$AM$10</cx:f>
        <cx:lvl ptCount="8" formatCode="General">
          <cx:pt idx="0">0.05600000000000005</cx:pt>
          <cx:pt idx="1">0.059000000000000163</cx:pt>
          <cx:pt idx="2">0.051999999999999602</cx:pt>
          <cx:pt idx="3">0.046999999999999709</cx:pt>
          <cx:pt idx="4">0.049000000000000377</cx:pt>
          <cx:pt idx="5">0.049000000000000377</cx:pt>
          <cx:pt idx="6">0.051999999999999602</cx:pt>
          <cx:pt idx="7">0.05400000000000027</cx:pt>
        </cx:lvl>
      </cx:numDim>
    </cx:data>
    <cx:data id="6">
      <cx:numDim type="val">
        <cx:f>SwLevel_29!$AN$3:$AN$10</cx:f>
        <cx:lvl ptCount="8" formatCode="General">
          <cx:pt idx="0">0.064000000000000057</cx:pt>
          <cx:pt idx="1">0.075999999999999623</cx:pt>
          <cx:pt idx="2">0.051999999999999602</cx:pt>
          <cx:pt idx="3">0.048000000000000043</cx:pt>
          <cx:pt idx="4">0.051000000000000156</cx:pt>
          <cx:pt idx="5">0.051999999999999602</cx:pt>
          <cx:pt idx="6">0.049999999999999822</cx:pt>
          <cx:pt idx="7">0.049999999999999822</cx:pt>
        </cx:lvl>
      </cx:numDim>
    </cx:data>
    <cx:data id="7">
      <cx:numDim type="val">
        <cx:f>SwLevel_29!$AO$3:$AO$10</cx:f>
        <cx:lvl ptCount="8" formatCode="General">
          <cx:pt idx="0">0.083999999999999631</cx:pt>
          <cx:pt idx="1">0.088000000000000078</cx:pt>
          <cx:pt idx="2">0.069999999999999396</cx:pt>
          <cx:pt idx="3">0.057999999999999829</cx:pt>
          <cx:pt idx="4">0.061999999999999389</cx:pt>
          <cx:pt idx="5">0.064999999999999503</cx:pt>
          <cx:pt idx="6">0.061999999999999389</cx:pt>
          <cx:pt idx="7">0.062999999999999723</cx:pt>
        </cx:lvl>
      </cx:numDim>
    </cx:data>
    <cx:data id="8">
      <cx:numDim type="val">
        <cx:f>SwLevel_29!$AP$3:$AP$10</cx:f>
        <cx:lvl ptCount="8" formatCode="General">
          <cx:pt idx="0">0.078000000000000291</cx:pt>
          <cx:pt idx="1">0.076000000000000512</cx:pt>
          <cx:pt idx="2">0.067000000000000171</cx:pt>
          <cx:pt idx="3">0.064000000000000501</cx:pt>
          <cx:pt idx="4">0.069000000000000394</cx:pt>
          <cx:pt idx="5">0.064000000000000501</cx:pt>
          <cx:pt idx="6">0.071000000000000174</cx:pt>
          <cx:pt idx="7">0.071000000000000174</cx:pt>
        </cx:lvl>
      </cx:numDim>
    </cx:data>
    <cx:data id="9">
      <cx:numDim type="val">
        <cx:f>SwLevel_29!$AQ$3:$AQ$10</cx:f>
        <cx:lvl ptCount="8" formatCode="General">
          <cx:pt idx="0">0.042000000000000259</cx:pt>
          <cx:pt idx="1">0.032000000000000028</cx:pt>
          <cx:pt idx="2">0.039000000000000146</cx:pt>
          <cx:pt idx="3">0.050000000000000266</cx:pt>
          <cx:pt idx="4">0.051000000000000156</cx:pt>
          <cx:pt idx="5">0.046000000000000263</cx:pt>
          <cx:pt idx="6">0.052000000000000046</cx:pt>
          <cx:pt idx="7">0.051000000000000156</cx:pt>
        </cx:lvl>
      </cx:numDim>
    </cx:data>
    <cx:data id="10">
      <cx:numDim type="val">
        <cx:f>SwLevel_29!$AR$3:$AR$10</cx:f>
        <cx:lvl ptCount="8" formatCode="General"/>
      </cx:numDim>
    </cx:data>
  </cx:chartData>
  <cx:chart>
    <cx:title pos="t" align="ctr" overlay="0">
      <cx:tx>
        <cx:txData>
          <cx:v>SwLevel_29_ChB Drain Difference</cx:v>
        </cx:txData>
      </cx:tx>
    </cx:title>
    <cx:plotArea>
      <cx:plotAreaRegion>
        <cx:series layoutId="boxWhisker" uniqueId="{00000001-C617-4F64-91A6-2831DF9F931B}">
          <cx:tx>
            <cx:txData>
              <cx:f>SwLevel_29!$AH$2</cx:f>
              <cx:v>100</cx:v>
            </cx:txData>
          </cx:tx>
          <cx:dataId val="0"/>
          <cx:layoutPr>
            <cx:statistics quartileMethod="exclusive"/>
          </cx:layoutPr>
        </cx:series>
        <cx:series layoutId="boxWhisker" uniqueId="{00000002-C617-4F64-91A6-2831DF9F931B}">
          <cx:tx>
            <cx:txData>
              <cx:f>SwLevel_29!$AI$2</cx:f>
              <cx:v>200</cx:v>
            </cx:txData>
          </cx:tx>
          <cx:dataId val="1"/>
          <cx:layoutPr>
            <cx:statistics quartileMethod="exclusive"/>
          </cx:layoutPr>
        </cx:series>
        <cx:series layoutId="boxWhisker" uniqueId="{00000003-C617-4F64-91A6-2831DF9F931B}">
          <cx:tx>
            <cx:txData>
              <cx:f>SwLevel_29!$AJ$2</cx:f>
              <cx:v>300</cx:v>
            </cx:txData>
          </cx:tx>
          <cx:dataId val="2"/>
          <cx:layoutPr>
            <cx:statistics quartileMethod="exclusive"/>
          </cx:layoutPr>
        </cx:series>
        <cx:series layoutId="boxWhisker" uniqueId="{00000004-C617-4F64-91A6-2831DF9F931B}">
          <cx:tx>
            <cx:txData>
              <cx:f>SwLevel_29!$AK$2</cx:f>
              <cx:v>400</cx:v>
            </cx:txData>
          </cx:tx>
          <cx:dataId val="3"/>
          <cx:layoutPr>
            <cx:statistics quartileMethod="exclusive"/>
          </cx:layoutPr>
        </cx:series>
        <cx:series layoutId="boxWhisker" uniqueId="{00000005-C617-4F64-91A6-2831DF9F931B}">
          <cx:tx>
            <cx:txData>
              <cx:f>SwLevel_29!$AL$2</cx:f>
              <cx:v>500</cx:v>
            </cx:txData>
          </cx:tx>
          <cx:dataId val="4"/>
          <cx:layoutPr>
            <cx:statistics quartileMethod="exclusive"/>
          </cx:layoutPr>
        </cx:series>
        <cx:series layoutId="boxWhisker" uniqueId="{00000006-C617-4F64-91A6-2831DF9F931B}">
          <cx:tx>
            <cx:txData>
              <cx:f>SwLevel_29!$AM$2</cx:f>
              <cx:v>600</cx:v>
            </cx:txData>
          </cx:tx>
          <cx:dataId val="5"/>
          <cx:layoutPr>
            <cx:statistics quartileMethod="exclusive"/>
          </cx:layoutPr>
        </cx:series>
        <cx:series layoutId="boxWhisker" uniqueId="{00000007-C617-4F64-91A6-2831DF9F931B}">
          <cx:tx>
            <cx:txData>
              <cx:f>SwLevel_29!$AN$2</cx:f>
              <cx:v>700</cx:v>
            </cx:txData>
          </cx:tx>
          <cx:dataId val="6"/>
          <cx:layoutPr>
            <cx:statistics quartileMethod="exclusive"/>
          </cx:layoutPr>
        </cx:series>
        <cx:series layoutId="boxWhisker" uniqueId="{00000008-C617-4F64-91A6-2831DF9F931B}">
          <cx:tx>
            <cx:txData>
              <cx:f>SwLevel_29!$AO$2</cx:f>
              <cx:v>800</cx:v>
            </cx:txData>
          </cx:tx>
          <cx:dataId val="7"/>
          <cx:layoutPr>
            <cx:statistics quartileMethod="exclusive"/>
          </cx:layoutPr>
        </cx:series>
        <cx:series layoutId="boxWhisker" uniqueId="{00000009-C617-4F64-91A6-2831DF9F931B}">
          <cx:tx>
            <cx:txData>
              <cx:f>SwLevel_29!$AP$2</cx:f>
              <cx:v>900</cx:v>
            </cx:txData>
          </cx:tx>
          <cx:dataId val="8"/>
          <cx:layoutPr>
            <cx:statistics quartileMethod="exclusive"/>
          </cx:layoutPr>
        </cx:series>
        <cx:series layoutId="boxWhisker" uniqueId="{0000000A-C617-4F64-91A6-2831DF9F931B}">
          <cx:tx>
            <cx:txData>
              <cx:f>SwLevel_29!$AQ$2</cx:f>
              <cx:v>1000</cx:v>
            </cx:txData>
          </cx:tx>
          <cx:dataId val="9"/>
          <cx:layoutPr>
            <cx:statistics quartileMethod="exclusive"/>
          </cx:layoutPr>
        </cx:series>
        <cx:series layoutId="boxWhisker" uniqueId="{0000000B-C617-4F64-91A6-2831DF9F931B}">
          <cx:tx>
            <cx:txData>
              <cx:f>SwLevel_29!$AR$2</cx:f>
              <cx:v>1100</cx:v>
            </cx:txData>
          </cx:tx>
          <cx:dataId val="10"/>
          <cx:layoutPr>
            <cx:statistics quartileMethod="exclusive"/>
          </cx:layoutPr>
        </cx:series>
      </cx:plotAreaRegion>
      <cx:axis id="0">
        <cx:catScaling gapWidth="1"/>
        <cx:tickLabels/>
      </cx:axis>
      <cx:axis id="1">
        <cx:valScaling max="0.074999999999999997" min="-0.074999999999999997"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98747-25EA-4398-967E-870020C09023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973EA-EB56-40BB-93F2-7A6DA1BAD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50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973EA-EB56-40BB-93F2-7A6DA1BAD4B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44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6973EA-EB56-40BB-93F2-7A6DA1BAD4B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2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9781-761B-991F-4F4A-D0383306FB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1B96E-83A3-B1CA-AA55-BCDFD0DE7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E79B7-5B43-9BAA-E053-3E386937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1C2E3-C709-2168-A868-EC68F2F95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59E5C-57B8-9D2D-F924-7F89EA92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13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4797-32BB-2067-38B0-74CCEB8D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18E8-F963-158D-5C42-10A90BB0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32C9F-D9AE-CFF5-51D4-4E43F5AB8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29F92-4D81-98A7-FE82-19539D303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62C22-4429-C0D4-7A6B-520E89D7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F480-2E71-6B79-2129-DF493307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5E571-00E5-B393-E2CC-C737BE396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5C4B3-C76D-AA7B-531E-4A3CBBF83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AEEFA-C0C5-51B7-3D25-3DCFB147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20E08-1F97-13EB-B3FC-85674517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92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CA23-F2B8-1395-1CC0-9C60D045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52169-C801-2B7A-44F5-6D19751D1E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2B768-117A-B65D-6D42-3667DF313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29071D-CF61-2DED-DCCF-A6782F93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634CC-CD85-7CF3-A3EF-7B886DF22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652A1-D25F-A8DF-C982-6AD384738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208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0493C-6C32-522F-8B16-5B78CB88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D6F03-F8FC-AE70-2803-AE7372B69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349A4E-1BF6-64DA-0574-052A917D0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B3292C-13A8-6431-69AE-E1AC663C0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8A1FC3-0A62-CAE8-4381-C7BFFCB37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C1072E-BBAF-85A7-2DB0-6FC7CF600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D4003-FD4B-63D5-FF5D-DB1ABD1FB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21088-3B05-F9EA-D2A5-F17844F1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1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8CFF9-23E2-25EA-654F-F53D5FEA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27F41A-C97A-2739-8444-ED302DB10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96DF6-E189-5300-B250-0A449CC3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E2FC2-2482-7696-89BF-552D40FB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7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2AA85-4317-9332-F2D9-B52E7AF9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6294-08C0-1E3C-64FE-953711BD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5356B-8934-4BCE-4B68-161B7761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0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14A9-3FD4-5D2D-C5AB-6F336623D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28AC-06C7-9431-593E-7B8BD6B1E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E5A59-9355-13BF-57EF-58692190B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F13C6-6CF1-7CF5-A57D-B582F20E3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AA636-4DCD-EF5B-125D-39D77827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675F4-2E6B-6EED-F9A7-2C7EDF2E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87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AB81-72D8-2C49-B9C0-EEDBB8EA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FD354-4B93-A493-9CA4-24B9B620C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2D4AA-1C2C-0555-631B-BC42DB11D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D2302-6673-F221-88E0-919ED88B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82603-C193-4ADF-3EF9-F495AB37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91C38-45EE-571E-C146-5CEDD62C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9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7AFE3-460F-E887-2C4C-3C55237D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0CC3B-7B78-C5AB-E6F4-C098D8303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7643C-0EAF-70BA-3018-B0C11D4E5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E744A-8EA5-B231-2240-C8B6F24C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C7D00-9D70-C7DF-99A3-67006723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61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24D803-F1D4-877F-0FDA-65F53D411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6A707-BF23-F73D-356A-7685C31F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29EF-66E8-53F8-8564-95054E63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E3F05-6345-3EC2-A089-045026EF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C5D91-9E97-D9E2-E113-47690692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2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8C5B-0685-28CB-495F-37F83190D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BC46B-FA9C-D8E4-ED0D-4958B2CB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A9129-1759-181E-B1B1-2578A40F3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D067B-5F51-4FED-914B-2CF69246AE9F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D9E34-FCF5-F818-A1C1-2EB1FEDAF9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DAD5E-D99B-4457-36D4-8466B8BC9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595E7-EF25-4640-AC02-42B8323B1E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14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14/relationships/chartEx" Target="../charts/chartEx6.xml"/><Relationship Id="rId18" Type="http://schemas.openxmlformats.org/officeDocument/2006/relationships/image" Target="../media/image8.png"/><Relationship Id="rId26" Type="http://schemas.openxmlformats.org/officeDocument/2006/relationships/image" Target="../media/image12.png"/><Relationship Id="rId3" Type="http://schemas.microsoft.com/office/2014/relationships/chartEx" Target="../charts/chartEx1.xml"/><Relationship Id="rId21" Type="http://schemas.microsoft.com/office/2014/relationships/chartEx" Target="../charts/chartEx10.xml"/><Relationship Id="rId7" Type="http://schemas.microsoft.com/office/2014/relationships/chartEx" Target="../charts/chartEx3.xml"/><Relationship Id="rId12" Type="http://schemas.openxmlformats.org/officeDocument/2006/relationships/image" Target="../media/image5.png"/><Relationship Id="rId17" Type="http://schemas.microsoft.com/office/2014/relationships/chartEx" Target="../charts/chartEx8.xml"/><Relationship Id="rId25" Type="http://schemas.microsoft.com/office/2014/relationships/chartEx" Target="../charts/chartEx12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microsoft.com/office/2014/relationships/chartEx" Target="../charts/chartEx5.xml"/><Relationship Id="rId24" Type="http://schemas.openxmlformats.org/officeDocument/2006/relationships/image" Target="../media/image11.png"/><Relationship Id="rId5" Type="http://schemas.microsoft.com/office/2014/relationships/chartEx" Target="../charts/chartEx2.xml"/><Relationship Id="rId15" Type="http://schemas.microsoft.com/office/2014/relationships/chartEx" Target="../charts/chartEx7.xml"/><Relationship Id="rId23" Type="http://schemas.microsoft.com/office/2014/relationships/chartEx" Target="../charts/chartEx11.xml"/><Relationship Id="rId10" Type="http://schemas.openxmlformats.org/officeDocument/2006/relationships/image" Target="../media/image4.png"/><Relationship Id="rId19" Type="http://schemas.microsoft.com/office/2014/relationships/chartEx" Target="../charts/chartEx9.xml"/><Relationship Id="rId4" Type="http://schemas.openxmlformats.org/officeDocument/2006/relationships/image" Target="../media/image1.png"/><Relationship Id="rId9" Type="http://schemas.microsoft.com/office/2014/relationships/chartEx" Target="../charts/chartEx4.xml"/><Relationship Id="rId14" Type="http://schemas.openxmlformats.org/officeDocument/2006/relationships/image" Target="../media/image6.png"/><Relationship Id="rId22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microsoft.com/office/2014/relationships/chartEx" Target="../charts/chartEx18.xml"/><Relationship Id="rId18" Type="http://schemas.openxmlformats.org/officeDocument/2006/relationships/image" Target="../media/image20.png"/><Relationship Id="rId3" Type="http://schemas.microsoft.com/office/2014/relationships/chartEx" Target="../charts/chartEx13.xml"/><Relationship Id="rId7" Type="http://schemas.microsoft.com/office/2014/relationships/chartEx" Target="../charts/chartEx15.xml"/><Relationship Id="rId12" Type="http://schemas.openxmlformats.org/officeDocument/2006/relationships/image" Target="../media/image17.png"/><Relationship Id="rId17" Type="http://schemas.microsoft.com/office/2014/relationships/chartEx" Target="../charts/chartEx20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microsoft.com/office/2014/relationships/chartEx" Target="../charts/chartEx17.xml"/><Relationship Id="rId5" Type="http://schemas.microsoft.com/office/2014/relationships/chartEx" Target="../charts/chartEx14.xml"/><Relationship Id="rId15" Type="http://schemas.microsoft.com/office/2014/relationships/chartEx" Target="../charts/chartEx19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microsoft.com/office/2014/relationships/chartEx" Target="../charts/chartEx16.xml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8" name="Chart 7">
                <a:extLst>
                  <a:ext uri="{FF2B5EF4-FFF2-40B4-BE49-F238E27FC236}">
                    <a16:creationId xmlns:a16="http://schemas.microsoft.com/office/drawing/2014/main" id="{ABD295F5-D034-70B7-DA60-65150DF1374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22406420"/>
                  </p:ext>
                </p:extLst>
              </p:nvPr>
            </p:nvGraphicFramePr>
            <p:xfrm>
              <a:off x="65902" y="341529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8" name="Chart 7">
                <a:extLst>
                  <a:ext uri="{FF2B5EF4-FFF2-40B4-BE49-F238E27FC236}">
                    <a16:creationId xmlns:a16="http://schemas.microsoft.com/office/drawing/2014/main" id="{ABD295F5-D034-70B7-DA60-65150DF137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902" y="341529"/>
                <a:ext cx="3484605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3D8189CA-C395-B487-3E1E-C1487D9E241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4470714"/>
                  </p:ext>
                </p:extLst>
              </p:nvPr>
            </p:nvGraphicFramePr>
            <p:xfrm>
              <a:off x="3064475" y="397134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3D8189CA-C395-B487-3E1E-C1487D9E24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64475" y="397134"/>
                <a:ext cx="3484605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7FC29F3B-53F7-F114-79ED-FDE081A90CD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868094923"/>
                  </p:ext>
                </p:extLst>
              </p:nvPr>
            </p:nvGraphicFramePr>
            <p:xfrm>
              <a:off x="6096000" y="397134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7FC29F3B-53F7-F114-79ED-FDE081A90C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6000" y="397134"/>
                <a:ext cx="3484605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3B043BB3-CF5D-B5D0-E20D-A6E947B87A0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698669221"/>
                  </p:ext>
                </p:extLst>
              </p:nvPr>
            </p:nvGraphicFramePr>
            <p:xfrm>
              <a:off x="8950411" y="341529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9"/>
              </a:graphicData>
            </a:graphic>
          </p:graphicFrame>
        </mc:Choice>
        <mc:Fallback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3B043BB3-CF5D-B5D0-E20D-A6E947B87A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50411" y="341529"/>
                <a:ext cx="3484605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49EB2F8-8DA3-B807-A1E4-6CE4C0D622CC}"/>
              </a:ext>
            </a:extLst>
          </p:cNvPr>
          <p:cNvSpPr txBox="1"/>
          <p:nvPr/>
        </p:nvSpPr>
        <p:spPr>
          <a:xfrm>
            <a:off x="4232208" y="0"/>
            <a:ext cx="434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PrePot</a:t>
            </a:r>
            <a:r>
              <a:rPr lang="en-US" dirty="0"/>
              <a:t> at SPD 20, </a:t>
            </a:r>
            <a:r>
              <a:rPr lang="en-US" dirty="0" err="1"/>
              <a:t>PreFill</a:t>
            </a:r>
            <a:r>
              <a:rPr lang="en-US" dirty="0"/>
              <a:t> ON Replicates =6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3" name="Chart 12">
                <a:extLst>
                  <a:ext uri="{FF2B5EF4-FFF2-40B4-BE49-F238E27FC236}">
                    <a16:creationId xmlns:a16="http://schemas.microsoft.com/office/drawing/2014/main" id="{CE91B207-9709-6E04-7877-3CA9BA05910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96076746"/>
                  </p:ext>
                </p:extLst>
              </p:nvPr>
            </p:nvGraphicFramePr>
            <p:xfrm>
              <a:off x="154459" y="4478345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1"/>
              </a:graphicData>
            </a:graphic>
          </p:graphicFrame>
        </mc:Choice>
        <mc:Fallback>
          <p:pic>
            <p:nvPicPr>
              <p:cNvPr id="13" name="Chart 12">
                <a:extLst>
                  <a:ext uri="{FF2B5EF4-FFF2-40B4-BE49-F238E27FC236}">
                    <a16:creationId xmlns:a16="http://schemas.microsoft.com/office/drawing/2014/main" id="{CE91B207-9709-6E04-7877-3CA9BA05910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4459" y="4478345"/>
                <a:ext cx="3484605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Chart 13">
                <a:extLst>
                  <a:ext uri="{FF2B5EF4-FFF2-40B4-BE49-F238E27FC236}">
                    <a16:creationId xmlns:a16="http://schemas.microsoft.com/office/drawing/2014/main" id="{5EEFA6EB-3F8F-D373-43DF-BE35123543A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17518363"/>
                  </p:ext>
                </p:extLst>
              </p:nvPr>
            </p:nvGraphicFramePr>
            <p:xfrm>
              <a:off x="3097427" y="4532405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3"/>
              </a:graphicData>
            </a:graphic>
          </p:graphicFrame>
        </mc:Choice>
        <mc:Fallback>
          <p:pic>
            <p:nvPicPr>
              <p:cNvPr id="14" name="Chart 13">
                <a:extLst>
                  <a:ext uri="{FF2B5EF4-FFF2-40B4-BE49-F238E27FC236}">
                    <a16:creationId xmlns:a16="http://schemas.microsoft.com/office/drawing/2014/main" id="{5EEFA6EB-3F8F-D373-43DF-BE35123543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97427" y="4532405"/>
                <a:ext cx="3484605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5" name="Chart 14">
                <a:extLst>
                  <a:ext uri="{FF2B5EF4-FFF2-40B4-BE49-F238E27FC236}">
                    <a16:creationId xmlns:a16="http://schemas.microsoft.com/office/drawing/2014/main" id="{5F1B3785-3CE7-9B19-EAE3-32751230B01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24147665"/>
                  </p:ext>
                </p:extLst>
              </p:nvPr>
            </p:nvGraphicFramePr>
            <p:xfrm>
              <a:off x="6096000" y="4593418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5"/>
              </a:graphicData>
            </a:graphic>
          </p:graphicFrame>
        </mc:Choice>
        <mc:Fallback>
          <p:pic>
            <p:nvPicPr>
              <p:cNvPr id="15" name="Chart 14">
                <a:extLst>
                  <a:ext uri="{FF2B5EF4-FFF2-40B4-BE49-F238E27FC236}">
                    <a16:creationId xmlns:a16="http://schemas.microsoft.com/office/drawing/2014/main" id="{5F1B3785-3CE7-9B19-EAE3-32751230B0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96000" y="4593418"/>
                <a:ext cx="3484605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6" name="Chart 15">
                <a:extLst>
                  <a:ext uri="{FF2B5EF4-FFF2-40B4-BE49-F238E27FC236}">
                    <a16:creationId xmlns:a16="http://schemas.microsoft.com/office/drawing/2014/main" id="{FE41915C-8245-DAF2-3D4C-1CB9A4DF164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85549703"/>
                  </p:ext>
                </p:extLst>
              </p:nvPr>
            </p:nvGraphicFramePr>
            <p:xfrm>
              <a:off x="9038968" y="4532405"/>
              <a:ext cx="3484605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7"/>
              </a:graphicData>
            </a:graphic>
          </p:graphicFrame>
        </mc:Choice>
        <mc:Fallback>
          <p:pic>
            <p:nvPicPr>
              <p:cNvPr id="16" name="Chart 15">
                <a:extLst>
                  <a:ext uri="{FF2B5EF4-FFF2-40B4-BE49-F238E27FC236}">
                    <a16:creationId xmlns:a16="http://schemas.microsoft.com/office/drawing/2014/main" id="{FE41915C-8245-DAF2-3D4C-1CB9A4DF16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38968" y="4532405"/>
                <a:ext cx="3484605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5F7E916-1918-F0F7-93EB-F41214391BFA}"/>
              </a:ext>
            </a:extLst>
          </p:cNvPr>
          <p:cNvSpPr txBox="1"/>
          <p:nvPr/>
        </p:nvSpPr>
        <p:spPr>
          <a:xfrm>
            <a:off x="4467249" y="4224086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PostPot</a:t>
            </a:r>
            <a:r>
              <a:rPr lang="en-US" dirty="0"/>
              <a:t>, </a:t>
            </a:r>
            <a:r>
              <a:rPr lang="en-US" dirty="0" err="1"/>
              <a:t>PreFill</a:t>
            </a:r>
            <a:r>
              <a:rPr lang="en-US" dirty="0"/>
              <a:t> ON Replicates =6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8" name="Chart 17">
                <a:extLst>
                  <a:ext uri="{FF2B5EF4-FFF2-40B4-BE49-F238E27FC236}">
                    <a16:creationId xmlns:a16="http://schemas.microsoft.com/office/drawing/2014/main" id="{6861C3A1-0CBE-4F1B-DDD7-9712CDFED23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01677734"/>
                  </p:ext>
                </p:extLst>
              </p:nvPr>
            </p:nvGraphicFramePr>
            <p:xfrm>
              <a:off x="65902" y="2318507"/>
              <a:ext cx="3554647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9"/>
              </a:graphicData>
            </a:graphic>
          </p:graphicFrame>
        </mc:Choice>
        <mc:Fallback>
          <p:pic>
            <p:nvPicPr>
              <p:cNvPr id="18" name="Chart 17">
                <a:extLst>
                  <a:ext uri="{FF2B5EF4-FFF2-40B4-BE49-F238E27FC236}">
                    <a16:creationId xmlns:a16="http://schemas.microsoft.com/office/drawing/2014/main" id="{6861C3A1-0CBE-4F1B-DDD7-9712CDFED23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5902" y="2318507"/>
                <a:ext cx="3554647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33CB167B-84E4-1D4C-4ADA-6699F180847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06518178"/>
                  </p:ext>
                </p:extLst>
              </p:nvPr>
            </p:nvGraphicFramePr>
            <p:xfrm>
              <a:off x="3082990" y="2283052"/>
              <a:ext cx="3554647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1"/>
              </a:graphicData>
            </a:graphic>
          </p:graphicFrame>
        </mc:Choice>
        <mc:Fallback>
          <p:pic>
            <p:nvPicPr>
              <p:cNvPr id="19" name="Chart 18">
                <a:extLst>
                  <a:ext uri="{FF2B5EF4-FFF2-40B4-BE49-F238E27FC236}">
                    <a16:creationId xmlns:a16="http://schemas.microsoft.com/office/drawing/2014/main" id="{33CB167B-84E4-1D4C-4ADA-6699F18084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82990" y="2283052"/>
                <a:ext cx="3554647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FA44891F-7E6D-1E28-D177-7C27EAC45890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89079368"/>
                  </p:ext>
                </p:extLst>
              </p:nvPr>
            </p:nvGraphicFramePr>
            <p:xfrm>
              <a:off x="6100078" y="2294274"/>
              <a:ext cx="3554647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3"/>
              </a:graphicData>
            </a:graphic>
          </p:graphicFrame>
        </mc:Choice>
        <mc:Fallback>
          <p:pic>
            <p:nvPicPr>
              <p:cNvPr id="20" name="Chart 19">
                <a:extLst>
                  <a:ext uri="{FF2B5EF4-FFF2-40B4-BE49-F238E27FC236}">
                    <a16:creationId xmlns:a16="http://schemas.microsoft.com/office/drawing/2014/main" id="{FA44891F-7E6D-1E28-D177-7C27EAC4589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00078" y="2294274"/>
                <a:ext cx="3554647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1" name="Chart 20">
                <a:extLst>
                  <a:ext uri="{FF2B5EF4-FFF2-40B4-BE49-F238E27FC236}">
                    <a16:creationId xmlns:a16="http://schemas.microsoft.com/office/drawing/2014/main" id="{A14EAC18-4688-9D3C-95E4-84FCB60DD7D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913100729"/>
                  </p:ext>
                </p:extLst>
              </p:nvPr>
            </p:nvGraphicFramePr>
            <p:xfrm>
              <a:off x="8944171" y="2305496"/>
              <a:ext cx="3554647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5"/>
              </a:graphicData>
            </a:graphic>
          </p:graphicFrame>
        </mc:Choice>
        <mc:Fallback>
          <p:pic>
            <p:nvPicPr>
              <p:cNvPr id="21" name="Chart 20">
                <a:extLst>
                  <a:ext uri="{FF2B5EF4-FFF2-40B4-BE49-F238E27FC236}">
                    <a16:creationId xmlns:a16="http://schemas.microsoft.com/office/drawing/2014/main" id="{A14EAC18-4688-9D3C-95E4-84FCB60DD7D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944171" y="2305496"/>
                <a:ext cx="3554647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8D6A209F-FAF9-A51E-DD77-DD8822E36841}"/>
              </a:ext>
            </a:extLst>
          </p:cNvPr>
          <p:cNvSpPr txBox="1"/>
          <p:nvPr/>
        </p:nvSpPr>
        <p:spPr>
          <a:xfrm>
            <a:off x="3789466" y="2318507"/>
            <a:ext cx="434542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PrePot</a:t>
            </a:r>
            <a:r>
              <a:rPr lang="en-US" dirty="0"/>
              <a:t> at SPD 50, </a:t>
            </a:r>
            <a:r>
              <a:rPr lang="en-US" dirty="0" err="1"/>
              <a:t>PreFill</a:t>
            </a:r>
            <a:r>
              <a:rPr lang="en-US" dirty="0"/>
              <a:t> ON Replicates =6</a:t>
            </a:r>
          </a:p>
        </p:txBody>
      </p:sp>
    </p:spTree>
    <p:extLst>
      <p:ext uri="{BB962C8B-B14F-4D97-AF65-F5344CB8AC3E}">
        <p14:creationId xmlns:p14="http://schemas.microsoft.com/office/powerpoint/2010/main" val="1757524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6B62764F-99F7-8BCB-5907-55BA6BBB30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8332367"/>
                  </p:ext>
                </p:extLst>
              </p:nvPr>
            </p:nvGraphicFramePr>
            <p:xfrm>
              <a:off x="0" y="4500440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6B62764F-99F7-8BCB-5907-55BA6BBB30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4500440"/>
                <a:ext cx="3534032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B4215F54-7643-9C65-6955-FC44B478F46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76514406"/>
                  </p:ext>
                </p:extLst>
              </p:nvPr>
            </p:nvGraphicFramePr>
            <p:xfrm>
              <a:off x="3175686" y="4500440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B4215F54-7643-9C65-6955-FC44B478F4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75686" y="4500440"/>
                <a:ext cx="3534032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6" name="Chart 5">
                <a:extLst>
                  <a:ext uri="{FF2B5EF4-FFF2-40B4-BE49-F238E27FC236}">
                    <a16:creationId xmlns:a16="http://schemas.microsoft.com/office/drawing/2014/main" id="{8BC18424-A33E-3DE0-E351-EA2090EA124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26064242"/>
                  </p:ext>
                </p:extLst>
              </p:nvPr>
            </p:nvGraphicFramePr>
            <p:xfrm>
              <a:off x="6096000" y="4531331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6" name="Chart 5">
                <a:extLst>
                  <a:ext uri="{FF2B5EF4-FFF2-40B4-BE49-F238E27FC236}">
                    <a16:creationId xmlns:a16="http://schemas.microsoft.com/office/drawing/2014/main" id="{8BC18424-A33E-3DE0-E351-EA2090EA12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6000" y="4531331"/>
                <a:ext cx="3534032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B69C7570-0C0A-D06D-3365-9985B1E4848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309183"/>
                  </p:ext>
                </p:extLst>
              </p:nvPr>
            </p:nvGraphicFramePr>
            <p:xfrm>
              <a:off x="9016314" y="4593113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9"/>
              </a:graphicData>
            </a:graphic>
          </p:graphicFrame>
        </mc:Choice>
        <mc:Fallback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B69C7570-0C0A-D06D-3365-9985B1E484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016314" y="4593113"/>
                <a:ext cx="3534032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AF698A0-B91A-0901-0732-D752124C14A2}"/>
              </a:ext>
            </a:extLst>
          </p:cNvPr>
          <p:cNvSpPr txBox="1"/>
          <p:nvPr/>
        </p:nvSpPr>
        <p:spPr>
          <a:xfrm>
            <a:off x="4445871" y="422938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PostPot</a:t>
            </a:r>
            <a:r>
              <a:rPr lang="en-US" dirty="0"/>
              <a:t>, </a:t>
            </a:r>
            <a:r>
              <a:rPr lang="en-US" dirty="0" err="1"/>
              <a:t>PreFill</a:t>
            </a:r>
            <a:r>
              <a:rPr lang="en-US" dirty="0"/>
              <a:t> ON Replicates =6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9" name="Chart 8">
                <a:extLst>
                  <a:ext uri="{FF2B5EF4-FFF2-40B4-BE49-F238E27FC236}">
                    <a16:creationId xmlns:a16="http://schemas.microsoft.com/office/drawing/2014/main" id="{B6B1171F-2209-1C2E-6364-274705FBFA1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06640460"/>
                  </p:ext>
                </p:extLst>
              </p:nvPr>
            </p:nvGraphicFramePr>
            <p:xfrm>
              <a:off x="0" y="505411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1"/>
              </a:graphicData>
            </a:graphic>
          </p:graphicFrame>
        </mc:Choice>
        <mc:Fallback>
          <p:pic>
            <p:nvPicPr>
              <p:cNvPr id="9" name="Chart 8">
                <a:extLst>
                  <a:ext uri="{FF2B5EF4-FFF2-40B4-BE49-F238E27FC236}">
                    <a16:creationId xmlns:a16="http://schemas.microsoft.com/office/drawing/2014/main" id="{B6B1171F-2209-1C2E-6364-274705FBFA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505411"/>
                <a:ext cx="3534032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0" name="Chart 9">
                <a:extLst>
                  <a:ext uri="{FF2B5EF4-FFF2-40B4-BE49-F238E27FC236}">
                    <a16:creationId xmlns:a16="http://schemas.microsoft.com/office/drawing/2014/main" id="{D13D90C6-A9AA-900E-1EE0-42BFCBDD8C5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79745948"/>
                  </p:ext>
                </p:extLst>
              </p:nvPr>
            </p:nvGraphicFramePr>
            <p:xfrm>
              <a:off x="3175686" y="481728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3"/>
              </a:graphicData>
            </a:graphic>
          </p:graphicFrame>
        </mc:Choice>
        <mc:Fallback>
          <p:pic>
            <p:nvPicPr>
              <p:cNvPr id="10" name="Chart 9">
                <a:extLst>
                  <a:ext uri="{FF2B5EF4-FFF2-40B4-BE49-F238E27FC236}">
                    <a16:creationId xmlns:a16="http://schemas.microsoft.com/office/drawing/2014/main" id="{D13D90C6-A9AA-900E-1EE0-42BFCBDD8C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75686" y="481728"/>
                <a:ext cx="3534032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1141F7E4-6BA3-A8DB-4FCF-7CBDA29053B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52306437"/>
                  </p:ext>
                </p:extLst>
              </p:nvPr>
            </p:nvGraphicFramePr>
            <p:xfrm>
              <a:off x="6096000" y="505411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5"/>
              </a:graphicData>
            </a:graphic>
          </p:graphicFrame>
        </mc:Choice>
        <mc:Fallback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1141F7E4-6BA3-A8DB-4FCF-7CBDA29053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96000" y="505411"/>
                <a:ext cx="3534032" cy="27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2" name="Chart 11">
                <a:extLst>
                  <a:ext uri="{FF2B5EF4-FFF2-40B4-BE49-F238E27FC236}">
                    <a16:creationId xmlns:a16="http://schemas.microsoft.com/office/drawing/2014/main" id="{4C097BD3-1DB4-D155-B947-04A3C925CA6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86955124"/>
                  </p:ext>
                </p:extLst>
              </p:nvPr>
            </p:nvGraphicFramePr>
            <p:xfrm>
              <a:off x="9016314" y="481728"/>
              <a:ext cx="3534032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17"/>
              </a:graphicData>
            </a:graphic>
          </p:graphicFrame>
        </mc:Choice>
        <mc:Fallback>
          <p:pic>
            <p:nvPicPr>
              <p:cNvPr id="12" name="Chart 11">
                <a:extLst>
                  <a:ext uri="{FF2B5EF4-FFF2-40B4-BE49-F238E27FC236}">
                    <a16:creationId xmlns:a16="http://schemas.microsoft.com/office/drawing/2014/main" id="{4C097BD3-1DB4-D155-B947-04A3C925CA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16314" y="481728"/>
                <a:ext cx="3534032" cy="27432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085BBDA-BBD7-7E35-35B7-E89D8585211F}"/>
              </a:ext>
            </a:extLst>
          </p:cNvPr>
          <p:cNvSpPr txBox="1"/>
          <p:nvPr/>
        </p:nvSpPr>
        <p:spPr>
          <a:xfrm>
            <a:off x="4232208" y="31049"/>
            <a:ext cx="4345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PrePot</a:t>
            </a:r>
            <a:r>
              <a:rPr lang="en-US" dirty="0"/>
              <a:t> at SPD 20, </a:t>
            </a:r>
            <a:r>
              <a:rPr lang="en-US" dirty="0" err="1"/>
              <a:t>PreFill</a:t>
            </a:r>
            <a:r>
              <a:rPr lang="en-US" dirty="0"/>
              <a:t> ON Replicates =6</a:t>
            </a:r>
          </a:p>
        </p:txBody>
      </p:sp>
    </p:spTree>
    <p:extLst>
      <p:ext uri="{BB962C8B-B14F-4D97-AF65-F5344CB8AC3E}">
        <p14:creationId xmlns:p14="http://schemas.microsoft.com/office/powerpoint/2010/main" val="1650447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6903EF-F7E5-48FD-B028-DDD46E115814}"/>
              </a:ext>
            </a:extLst>
          </p:cNvPr>
          <p:cNvSpPr txBox="1"/>
          <p:nvPr/>
        </p:nvSpPr>
        <p:spPr>
          <a:xfrm>
            <a:off x="4776149" y="254782"/>
            <a:ext cx="2195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Pot -- May 2025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518B98-0FDF-7CBF-06E5-DDA5C9DF9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723522"/>
            <a:ext cx="10202699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0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F1A1FB-2448-672B-415A-E63D49281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887" y="756864"/>
            <a:ext cx="9850225" cy="53442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39293B-21AD-F545-63EA-B127CFEE0F6E}"/>
              </a:ext>
            </a:extLst>
          </p:cNvPr>
          <p:cNvSpPr txBox="1"/>
          <p:nvPr/>
        </p:nvSpPr>
        <p:spPr>
          <a:xfrm>
            <a:off x="4683552" y="387532"/>
            <a:ext cx="2413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Pot -- March 2026</a:t>
            </a:r>
          </a:p>
        </p:txBody>
      </p:sp>
    </p:spTree>
    <p:extLst>
      <p:ext uri="{BB962C8B-B14F-4D97-AF65-F5344CB8AC3E}">
        <p14:creationId xmlns:p14="http://schemas.microsoft.com/office/powerpoint/2010/main" val="1241298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D08913-8283-D7D1-5442-1039F90EF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76" y="785116"/>
            <a:ext cx="4811745" cy="24316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B028E4-C195-561C-CD3F-AA003A199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0572" y="883735"/>
            <a:ext cx="6123008" cy="25452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B28CB7-2CE7-AC9E-A2B2-E6519BEC1CD2}"/>
              </a:ext>
            </a:extLst>
          </p:cNvPr>
          <p:cNvSpPr txBox="1"/>
          <p:nvPr/>
        </p:nvSpPr>
        <p:spPr>
          <a:xfrm>
            <a:off x="4236334" y="277793"/>
            <a:ext cx="313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Double Actuation</a:t>
            </a:r>
          </a:p>
        </p:txBody>
      </p:sp>
    </p:spTree>
    <p:extLst>
      <p:ext uri="{BB962C8B-B14F-4D97-AF65-F5344CB8AC3E}">
        <p14:creationId xmlns:p14="http://schemas.microsoft.com/office/powerpoint/2010/main" val="35535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200</Words>
  <Application>Microsoft Office PowerPoint</Application>
  <PresentationFormat>Widescreen</PresentationFormat>
  <Paragraphs>30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 ales</dc:creator>
  <cp:lastModifiedBy>rick ales</cp:lastModifiedBy>
  <cp:revision>4</cp:revision>
  <dcterms:created xsi:type="dcterms:W3CDTF">2026-03-25T12:41:19Z</dcterms:created>
  <dcterms:modified xsi:type="dcterms:W3CDTF">2026-03-25T16:46:28Z</dcterms:modified>
</cp:coreProperties>
</file>