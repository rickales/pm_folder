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8" r:id="rId2"/>
    <p:sldId id="266" r:id="rId3"/>
    <p:sldId id="264" r:id="rId4"/>
    <p:sldId id="262" r:id="rId5"/>
    <p:sldId id="263" r:id="rId6"/>
    <p:sldId id="269" r:id="rId7"/>
    <p:sldId id="258" r:id="rId8"/>
    <p:sldId id="265" r:id="rId9"/>
    <p:sldId id="267" r:id="rId10"/>
    <p:sldId id="261" r:id="rId11"/>
    <p:sldId id="257" r:id="rId12"/>
    <p:sldId id="260" r:id="rId13"/>
    <p:sldId id="256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1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1" r:id="rId35"/>
    <p:sldId id="290" r:id="rId3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7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20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746" y="840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1" cy="481727"/>
          </a:xfrm>
          <a:prstGeom prst="rect">
            <a:avLst/>
          </a:prstGeom>
        </p:spPr>
        <p:txBody>
          <a:bodyPr vert="horz" lIns="96646" tIns="48323" rIns="96646" bIns="483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1" cy="481727"/>
          </a:xfrm>
          <a:prstGeom prst="rect">
            <a:avLst/>
          </a:prstGeom>
        </p:spPr>
        <p:txBody>
          <a:bodyPr vert="horz" lIns="96646" tIns="48323" rIns="96646" bIns="48323" rtlCol="0"/>
          <a:lstStyle>
            <a:lvl1pPr algn="r">
              <a:defRPr sz="1200"/>
            </a:lvl1pPr>
          </a:lstStyle>
          <a:p>
            <a:fld id="{90B77117-200D-4C24-9444-A3272AC9270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6" tIns="48323" rIns="96646" bIns="483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77"/>
            <a:ext cx="5852160" cy="3780473"/>
          </a:xfrm>
          <a:prstGeom prst="rect">
            <a:avLst/>
          </a:prstGeom>
        </p:spPr>
        <p:txBody>
          <a:bodyPr vert="horz" lIns="96646" tIns="48323" rIns="96646" bIns="483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119475"/>
            <a:ext cx="3169921" cy="481726"/>
          </a:xfrm>
          <a:prstGeom prst="rect">
            <a:avLst/>
          </a:prstGeom>
        </p:spPr>
        <p:txBody>
          <a:bodyPr vert="horz" lIns="96646" tIns="48323" rIns="96646" bIns="483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5"/>
            <a:ext cx="3169921" cy="481726"/>
          </a:xfrm>
          <a:prstGeom prst="rect">
            <a:avLst/>
          </a:prstGeom>
        </p:spPr>
        <p:txBody>
          <a:bodyPr vert="horz" lIns="96646" tIns="48323" rIns="96646" bIns="48323" rtlCol="0" anchor="b"/>
          <a:lstStyle>
            <a:lvl1pPr algn="r">
              <a:defRPr sz="1200"/>
            </a:lvl1pPr>
          </a:lstStyle>
          <a:p>
            <a:fld id="{F5D29D2A-19FD-4990-8A4B-A132B4321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B636D-4EB5-4B8B-955B-F313057433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33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20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25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0596-65C1-992C-09C0-C379294FD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280F1-9F2D-7298-DA68-271DB0EA0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5E2D3-1BC5-8546-2204-0FFEA7E4A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80802-F55E-399E-6B2B-76C6A7FF7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44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31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91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39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2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4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00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20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55058-7651-B552-2C57-DF3CCE567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B02A6-260C-4104-E792-61A302C7A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52463-2E5E-6719-A86E-7DBBADF4B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1BC69-2572-47E2-2532-76301AF81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64AC0-D88A-A998-CE1A-A1CA84AC2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04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30DC-07A5-8745-C926-2547E19E3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D95F1-76C3-F09E-7DF7-31CCD9E87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5E34A-4E7A-85A4-2315-AC539BCCD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74F06-1064-B9A3-E9BF-5BFCD4D2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EE0E9-9B8B-1539-EB0F-603F792E7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1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BE75B-6FF6-1240-16A0-FC75D136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CCB81-73FE-F2F3-65F6-AEC542078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E293-2AB4-39D6-2B63-A95D9689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BB3F0-89A4-A6CB-D5AE-40D5CA6A8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EDD41-87EF-F619-5D91-6CF09156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73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A1DAA-FEC2-9F25-0415-7BA06157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FEAF0-357F-2764-AA87-8B11F6748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CCA77-5FDB-27C6-EF1B-CA2D2FD3A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84575-5421-0E2F-E335-2251D71F0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F95E3-47CF-B427-0F0D-D6277F41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86FCB-BB1F-6196-C73D-A30C022C5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09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D252-F255-54C2-7279-94467FFA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B7434-5C3B-21D3-F3CC-66FAC8938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C447F-DC2C-4580-A27F-F80DBDFC0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7EC868-B659-E3DE-15A9-B12698E31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7FC654-27C7-03E2-15EF-E384C7715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D88F7B-08C8-EB50-749A-1A26D63B0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E0747B-5D60-5E12-75C4-E3DA6591B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E31BE-01A1-7BCE-3572-5B5089D17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29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4549F-8A0B-0BF4-423D-E445BC48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C95DB-7B9D-823C-742A-21E262BD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0FF2AA-9E73-BEC2-820B-098F4964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C3FC7-083C-A6AC-D289-9D7B628D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1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1BA22-E769-2030-B2BD-FB2C5C83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992DD7-CBB7-C2EB-77EB-2932AE8D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158C9-6B12-AA2D-268D-740A6270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0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9D93A-6FDE-C562-2F4D-BAA239B28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1616C-0219-ABB5-0AAE-88FBB48C3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705E0-37AB-E341-7FE2-FCCBBE645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E1D93-9074-F665-13DC-62E82B46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B0CE4-C172-07BA-7BF1-3AD98A23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34547-DB0F-7C48-2A46-E820E36B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32D26-9C34-91C6-0385-69A7A483B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35AF2-5922-EABD-67FC-807F7B212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81C43-13E3-3398-19A5-BCCC2709D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04D88-2C8E-2B97-01B0-8C57853E8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3B5A8-F245-44F0-974E-4D9E08EC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E52DB-99B3-F2F7-2FDE-09D5B95D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4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1B8D2-DCBC-A21F-4CFD-9B9F27A5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FC862-3BC5-DC7E-BB7A-10E6936AD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5D2AA-948A-C143-DF48-CE5E0A038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8D35F-75D2-1D73-85D5-6D26BCD8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24C28-8D52-61D7-0DDF-67EBA7630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9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CDD06-7590-9E3F-8B0F-D2043E0C31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F1422-50C8-0398-80B2-0E0A2A725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D7215-393B-B2F1-88A5-3242B6477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33B0C-C7CF-AD19-FBA6-5E00C25B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E29A4-31EF-9266-E75E-462D517E6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1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48BDF-C8EC-2F81-A33F-202E4B7B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FC265-B89A-E0AC-CB86-D17D0DD27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76BA9-7AAB-EE34-D128-EA8287E7F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29B18-9E45-4374-8673-2D4794710B0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B1684-C302-0431-DBEC-914DC505E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D7CC6-FE85-F637-D610-1E8470251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96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jpeg"/><Relationship Id="rId4" Type="http://schemas.openxmlformats.org/officeDocument/2006/relationships/image" Target="../media/image6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7466EB-5660-B747-484B-BB8BAEB8E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61" y="834630"/>
            <a:ext cx="10223878" cy="602337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DE3BF39-A8DF-EEE8-990D-7FE75ED8D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863" y="116469"/>
            <a:ext cx="10515600" cy="735811"/>
          </a:xfrm>
        </p:spPr>
        <p:txBody>
          <a:bodyPr>
            <a:normAutofit/>
          </a:bodyPr>
          <a:lstStyle/>
          <a:p>
            <a:r>
              <a:rPr lang="en-US" sz="2400" dirty="0"/>
              <a:t>Hardware and Interface PCB block diagram</a:t>
            </a:r>
          </a:p>
        </p:txBody>
      </p:sp>
    </p:spTree>
    <p:extLst>
      <p:ext uri="{BB962C8B-B14F-4D97-AF65-F5344CB8AC3E}">
        <p14:creationId xmlns:p14="http://schemas.microsoft.com/office/powerpoint/2010/main" val="266564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D400-1713-B19B-093E-172A1CCC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4B8C054-3081-D6B3-D27B-674E598DB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775" y="2281453"/>
            <a:ext cx="7392432" cy="45154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98A469-1C55-2760-61EA-7F1E5A0594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84"/>
          <a:stretch/>
        </p:blipFill>
        <p:spPr>
          <a:xfrm>
            <a:off x="7977622" y="68572"/>
            <a:ext cx="4235585" cy="2338161"/>
          </a:xfrm>
          <a:prstGeom prst="rect">
            <a:avLst/>
          </a:prstGeom>
        </p:spPr>
      </p:pic>
      <p:pic>
        <p:nvPicPr>
          <p:cNvPr id="1035" name="Picture 1034">
            <a:extLst>
              <a:ext uri="{FF2B5EF4-FFF2-40B4-BE49-F238E27FC236}">
                <a16:creationId xmlns:a16="http://schemas.microsoft.com/office/drawing/2014/main" id="{B69257BD-AB2E-B35E-482A-A2BB30B10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782" y="555799"/>
            <a:ext cx="4037597" cy="3701867"/>
          </a:xfrm>
          <a:prstGeom prst="rect">
            <a:avLst/>
          </a:prstGeom>
        </p:spPr>
      </p:pic>
      <p:pic>
        <p:nvPicPr>
          <p:cNvPr id="1028" name="Picture 1027">
            <a:extLst>
              <a:ext uri="{FF2B5EF4-FFF2-40B4-BE49-F238E27FC236}">
                <a16:creationId xmlns:a16="http://schemas.microsoft.com/office/drawing/2014/main" id="{E6432BBD-A9D3-9C3B-9FC6-7C4D2BA7CD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03"/>
          <a:stretch/>
        </p:blipFill>
        <p:spPr>
          <a:xfrm>
            <a:off x="19221" y="4076595"/>
            <a:ext cx="5682037" cy="2680834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B010ECB9-BA90-0C42-65E9-612DDAF33431}"/>
              </a:ext>
            </a:extLst>
          </p:cNvPr>
          <p:cNvSpPr txBox="1"/>
          <p:nvPr/>
        </p:nvSpPr>
        <p:spPr>
          <a:xfrm>
            <a:off x="32084" y="6603540"/>
            <a:ext cx="289669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1500" dirty="0">
                <a:latin typeface="Arial Nova" panose="020F0502020204030204" pitchFamily="34" charset="0"/>
              </a:rPr>
              <a:t>DC Accuracy  +/-5mV @10V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D1911C-574A-C816-166D-AD4DCE03D68A}"/>
              </a:ext>
            </a:extLst>
          </p:cNvPr>
          <p:cNvSpPr txBox="1"/>
          <p:nvPr/>
        </p:nvSpPr>
        <p:spPr>
          <a:xfrm>
            <a:off x="5170622" y="5047680"/>
            <a:ext cx="295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Motor Controller Not Shown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428B29B0-648B-2755-F7AF-B5F3C3CDD2D3}"/>
              </a:ext>
            </a:extLst>
          </p:cNvPr>
          <p:cNvSpPr txBox="1">
            <a:spLocks/>
          </p:cNvSpPr>
          <p:nvPr/>
        </p:nvSpPr>
        <p:spPr>
          <a:xfrm>
            <a:off x="-1158" y="-36744"/>
            <a:ext cx="8129513" cy="5739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HW and Interface PCB Prototype Schematic and Assy Diagrams</a:t>
            </a:r>
          </a:p>
        </p:txBody>
      </p:sp>
    </p:spTree>
    <p:extLst>
      <p:ext uri="{BB962C8B-B14F-4D97-AF65-F5344CB8AC3E}">
        <p14:creationId xmlns:p14="http://schemas.microsoft.com/office/powerpoint/2010/main" val="1910940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8D1E9C-A1AF-5A0D-8F28-340B9D92B0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39" t="15178"/>
          <a:stretch/>
        </p:blipFill>
        <p:spPr>
          <a:xfrm>
            <a:off x="2746130" y="1100663"/>
            <a:ext cx="9294628" cy="50992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5">
            <a:extLst>
              <a:ext uri="{FF2B5EF4-FFF2-40B4-BE49-F238E27FC236}">
                <a16:creationId xmlns:a16="http://schemas.microsoft.com/office/drawing/2014/main" id="{A3649918-1CEE-650F-459F-2BA458A45B5E}"/>
              </a:ext>
            </a:extLst>
          </p:cNvPr>
          <p:cNvSpPr txBox="1">
            <a:spLocks/>
          </p:cNvSpPr>
          <p:nvPr/>
        </p:nvSpPr>
        <p:spPr>
          <a:xfrm>
            <a:off x="0" y="205666"/>
            <a:ext cx="12040758" cy="5143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Reed Switch, open-&gt;close step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90D5B-80B9-474B-AAC1-AEC29611A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5394"/>
            <a:ext cx="3985496" cy="494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7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4139AA5-05FE-A9AA-7140-84EED3C3E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768848"/>
            <a:ext cx="10956758" cy="585753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835502-12B8-854B-5C1D-AD902F168993}"/>
              </a:ext>
            </a:extLst>
          </p:cNvPr>
          <p:cNvSpPr/>
          <p:nvPr/>
        </p:nvSpPr>
        <p:spPr>
          <a:xfrm>
            <a:off x="1501599" y="1104376"/>
            <a:ext cx="1680012" cy="4446739"/>
          </a:xfrm>
          <a:prstGeom prst="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100%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E3EF48-4069-5C4B-D3CB-79917609EBE8}"/>
              </a:ext>
            </a:extLst>
          </p:cNvPr>
          <p:cNvSpPr/>
          <p:nvPr/>
        </p:nvSpPr>
        <p:spPr>
          <a:xfrm>
            <a:off x="3181611" y="1104376"/>
            <a:ext cx="1478071" cy="4446739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FD9152-39A4-8D13-1938-61DF908CFCC9}"/>
              </a:ext>
            </a:extLst>
          </p:cNvPr>
          <p:cNvSpPr/>
          <p:nvPr/>
        </p:nvSpPr>
        <p:spPr>
          <a:xfrm>
            <a:off x="5184251" y="1104377"/>
            <a:ext cx="1478071" cy="4446739"/>
          </a:xfrm>
          <a:prstGeom prst="rect">
            <a:avLst/>
          </a:prstGeom>
          <a:solidFill>
            <a:srgbClr val="00B05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Waiting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F5DF7B-5C9F-D51C-07EE-E4DFA5C315C7}"/>
              </a:ext>
            </a:extLst>
          </p:cNvPr>
          <p:cNvSpPr/>
          <p:nvPr/>
        </p:nvSpPr>
        <p:spPr>
          <a:xfrm>
            <a:off x="4659682" y="1104375"/>
            <a:ext cx="523045" cy="4446739"/>
          </a:xfrm>
          <a:prstGeom prst="rect">
            <a:avLst/>
          </a:prstGeom>
          <a:solidFill>
            <a:srgbClr val="92D05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7%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04A4CC40-F132-B58B-2C3A-B385745419CC}"/>
              </a:ext>
            </a:extLst>
          </p:cNvPr>
          <p:cNvSpPr txBox="1">
            <a:spLocks/>
          </p:cNvSpPr>
          <p:nvPr/>
        </p:nvSpPr>
        <p:spPr>
          <a:xfrm>
            <a:off x="-1158" y="-36744"/>
            <a:ext cx="8129513" cy="5739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Tank Level step response to 3-speed servo motor control</a:t>
            </a:r>
          </a:p>
        </p:txBody>
      </p:sp>
    </p:spTree>
    <p:extLst>
      <p:ext uri="{BB962C8B-B14F-4D97-AF65-F5344CB8AC3E}">
        <p14:creationId xmlns:p14="http://schemas.microsoft.com/office/powerpoint/2010/main" val="1543329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1F973E-6DCF-7532-B4E7-52A34BC85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16" y="1035815"/>
            <a:ext cx="9541067" cy="5822185"/>
          </a:xfrm>
          <a:prstGeom prst="rect">
            <a:avLst/>
          </a:prstGeom>
        </p:spPr>
      </p:pic>
      <p:sp>
        <p:nvSpPr>
          <p:cNvPr id="2" name="Title 5">
            <a:extLst>
              <a:ext uri="{FF2B5EF4-FFF2-40B4-BE49-F238E27FC236}">
                <a16:creationId xmlns:a16="http://schemas.microsoft.com/office/drawing/2014/main" id="{B91CCE48-766C-E513-0662-A5FC9E41DBC9}"/>
              </a:ext>
            </a:extLst>
          </p:cNvPr>
          <p:cNvSpPr txBox="1">
            <a:spLocks/>
          </p:cNvSpPr>
          <p:nvPr/>
        </p:nvSpPr>
        <p:spPr>
          <a:xfrm>
            <a:off x="-1158" y="-36745"/>
            <a:ext cx="12040758" cy="9320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Tank Level step response to 3-speed servo motor control </a:t>
            </a:r>
          </a:p>
          <a:p>
            <a:r>
              <a:rPr lang="en-US" sz="2400" dirty="0"/>
              <a:t>Zoomed into 3sec wait period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12762A-0AF8-BDAC-4C71-2343DB872F10}"/>
              </a:ext>
            </a:extLst>
          </p:cNvPr>
          <p:cNvCxnSpPr/>
          <p:nvPr/>
        </p:nvCxnSpPr>
        <p:spPr>
          <a:xfrm>
            <a:off x="2085474" y="1507958"/>
            <a:ext cx="6513094" cy="0"/>
          </a:xfrm>
          <a:prstGeom prst="line">
            <a:avLst/>
          </a:prstGeom>
          <a:ln w="381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11D1A2-90AF-F479-514C-A61FE6988BB1}"/>
              </a:ext>
            </a:extLst>
          </p:cNvPr>
          <p:cNvCxnSpPr/>
          <p:nvPr/>
        </p:nvCxnSpPr>
        <p:spPr>
          <a:xfrm>
            <a:off x="2085474" y="3777916"/>
            <a:ext cx="6513094" cy="0"/>
          </a:xfrm>
          <a:prstGeom prst="line">
            <a:avLst/>
          </a:prstGeom>
          <a:ln w="381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E945EDC-E43F-2264-8ACD-920EE778B7E3}"/>
              </a:ext>
            </a:extLst>
          </p:cNvPr>
          <p:cNvSpPr txBox="1"/>
          <p:nvPr/>
        </p:nvSpPr>
        <p:spPr>
          <a:xfrm>
            <a:off x="2229853" y="2458271"/>
            <a:ext cx="1637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TP Uncertainty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F1BAB4-6A59-F3D6-148E-0DF4513D7093}"/>
              </a:ext>
            </a:extLst>
          </p:cNvPr>
          <p:cNvCxnSpPr/>
          <p:nvPr/>
        </p:nvCxnSpPr>
        <p:spPr>
          <a:xfrm flipV="1">
            <a:off x="3048699" y="1507958"/>
            <a:ext cx="0" cy="9503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5C976A-BF7F-7172-A61D-71263511935D}"/>
              </a:ext>
            </a:extLst>
          </p:cNvPr>
          <p:cNvCxnSpPr>
            <a:stCxn id="7" idx="2"/>
          </p:cNvCxnSpPr>
          <p:nvPr/>
        </p:nvCxnSpPr>
        <p:spPr>
          <a:xfrm>
            <a:off x="3048699" y="2827603"/>
            <a:ext cx="0" cy="9503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57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E988-7182-FDF2-CC5D-FABB3F76D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612"/>
          </a:xfrm>
        </p:spPr>
        <p:txBody>
          <a:bodyPr>
            <a:normAutofit/>
          </a:bodyPr>
          <a:lstStyle/>
          <a:p>
            <a:r>
              <a:rPr lang="en-US" sz="2400" dirty="0"/>
              <a:t>Where to measure resistance to determine “has switched” PASS/FAIL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B12BE3-58FD-3C07-A142-CE93CA8DFE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016" y="1444490"/>
            <a:ext cx="6116683" cy="2717733"/>
          </a:xfrm>
          <a:prstGeom prst="rect">
            <a:avLst/>
          </a:prstGeom>
          <a:noFill/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2848D4-3424-4731-0C00-0F1FDD4D8606}"/>
              </a:ext>
            </a:extLst>
          </p:cNvPr>
          <p:cNvCxnSpPr/>
          <p:nvPr/>
        </p:nvCxnSpPr>
        <p:spPr>
          <a:xfrm flipH="1">
            <a:off x="3035820" y="4604083"/>
            <a:ext cx="5743074" cy="0"/>
          </a:xfrm>
          <a:prstGeom prst="straightConnector1">
            <a:avLst/>
          </a:prstGeom>
          <a:ln w="127000"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0B97A9-8587-4A61-8C1D-7CD7A57E01C1}"/>
              </a:ext>
            </a:extLst>
          </p:cNvPr>
          <p:cNvSpPr txBox="1"/>
          <p:nvPr/>
        </p:nvSpPr>
        <p:spPr>
          <a:xfrm>
            <a:off x="5400968" y="4612102"/>
            <a:ext cx="101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45DCA-87B8-4421-51AD-E2E983902588}"/>
              </a:ext>
            </a:extLst>
          </p:cNvPr>
          <p:cNvSpPr txBox="1"/>
          <p:nvPr/>
        </p:nvSpPr>
        <p:spPr>
          <a:xfrm>
            <a:off x="2358903" y="4381269"/>
            <a:ext cx="676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Full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885457-15F7-6F99-7B83-3ACB1E44AB40}"/>
              </a:ext>
            </a:extLst>
          </p:cNvPr>
          <p:cNvCxnSpPr/>
          <p:nvPr/>
        </p:nvCxnSpPr>
        <p:spPr>
          <a:xfrm>
            <a:off x="7347284" y="3336758"/>
            <a:ext cx="0" cy="1090863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97B401-29CC-21DA-18E4-667DCBD93323}"/>
              </a:ext>
            </a:extLst>
          </p:cNvPr>
          <p:cNvCxnSpPr/>
          <p:nvPr/>
        </p:nvCxnSpPr>
        <p:spPr>
          <a:xfrm>
            <a:off x="4628142" y="3280612"/>
            <a:ext cx="0" cy="1090863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DCB6BC7-47C1-4C2E-7F8F-EF0B21A91990}"/>
              </a:ext>
            </a:extLst>
          </p:cNvPr>
          <p:cNvSpPr txBox="1"/>
          <p:nvPr/>
        </p:nvSpPr>
        <p:spPr>
          <a:xfrm>
            <a:off x="8766714" y="4381269"/>
            <a:ext cx="106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Empty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95EB-C463-795F-5747-87FDF2619A45}"/>
              </a:ext>
            </a:extLst>
          </p:cNvPr>
          <p:cNvSpPr txBox="1"/>
          <p:nvPr/>
        </p:nvSpPr>
        <p:spPr>
          <a:xfrm>
            <a:off x="1056625" y="5284794"/>
            <a:ext cx="9701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Target Test Point Level  (TP)  will be set to ½ the level measurement uncertainty after 3 second settling time, prior to the specified upper bound of the Switch Zone. 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REQUIREMENT:  The Target  Test Point uncertainty shall not exceed ???”.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59D2422C-C698-5D2B-CB00-CC29ACC14D9C}"/>
              </a:ext>
            </a:extLst>
          </p:cNvPr>
          <p:cNvSpPr/>
          <p:nvPr/>
        </p:nvSpPr>
        <p:spPr>
          <a:xfrm>
            <a:off x="8496723" y="5633009"/>
            <a:ext cx="1606364" cy="503897"/>
          </a:xfrm>
          <a:prstGeom prst="wedgeRoundRectCallout">
            <a:avLst>
              <a:gd name="adj1" fmla="val -64774"/>
              <a:gd name="adj2" fmla="val 8478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be defined</a:t>
            </a:r>
          </a:p>
        </p:txBody>
      </p:sp>
    </p:spTree>
    <p:extLst>
      <p:ext uri="{BB962C8B-B14F-4D97-AF65-F5344CB8AC3E}">
        <p14:creationId xmlns:p14="http://schemas.microsoft.com/office/powerpoint/2010/main" val="1693498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88C4F-7029-D810-3078-BCF31F22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543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Tank Level Response at various motor speeds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D75FA-F5DA-C361-1A71-D2172F4FE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575"/>
            <a:ext cx="611374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Using the </a:t>
            </a:r>
            <a:r>
              <a:rPr lang="en-US" sz="2000" dirty="0" err="1"/>
              <a:t>Pololu</a:t>
            </a:r>
            <a:r>
              <a:rPr lang="en-US" sz="2000" dirty="0"/>
              <a:t> MC18V7 PWM motor controller with Vs set to 24Vdc,  The </a:t>
            </a:r>
            <a:r>
              <a:rPr lang="en-US" sz="2000" dirty="0">
                <a:sym typeface="Symbol" panose="05050102010706020507" pitchFamily="18" charset="2"/>
              </a:rPr>
              <a:t> Level was measure for 30 seconds at various percent of max speed (100% duty cycle) for both FILL and DRAIN at near EMPTY and near FULL.</a:t>
            </a:r>
          </a:p>
          <a:p>
            <a:pPr marL="0" indent="0">
              <a:buNone/>
            </a:pPr>
            <a:r>
              <a:rPr lang="en-US" sz="2000" dirty="0">
                <a:sym typeface="Symbol" panose="05050102010706020507" pitchFamily="18" charset="2"/>
              </a:rPr>
              <a:t>The response has a minor shift at each case but is basically linear down to about 5% resulting in fill rate of about 0.1”/min where the control becomes unstable by 4% as shown in the ‘Zoomed In Plot.</a:t>
            </a:r>
          </a:p>
          <a:p>
            <a:pPr marL="0" indent="0">
              <a:buNone/>
            </a:pPr>
            <a:r>
              <a:rPr lang="en-US" sz="2000" b="1" u="sng" dirty="0">
                <a:sym typeface="Symbol" panose="05050102010706020507" pitchFamily="18" charset="2"/>
              </a:rPr>
              <a:t>Without doing an extensive fluid analysis, this response is assumed to be adequate for the MLOI application. </a:t>
            </a:r>
          </a:p>
          <a:p>
            <a:pPr marL="0" indent="0">
              <a:buNone/>
            </a:pPr>
            <a:r>
              <a:rPr lang="en-US" sz="1600" dirty="0">
                <a:sym typeface="Symbol" panose="05050102010706020507" pitchFamily="18" charset="2"/>
              </a:rPr>
              <a:t>Data from </a:t>
            </a:r>
            <a:r>
              <a:rPr lang="en-US" sz="1600" dirty="0" err="1">
                <a:sym typeface="Symbol" panose="05050102010706020507" pitchFamily="18" charset="2"/>
              </a:rPr>
              <a:t>mloi</a:t>
            </a:r>
            <a:r>
              <a:rPr lang="en-US" sz="1600" dirty="0">
                <a:sym typeface="Symbol" panose="05050102010706020507" pitchFamily="18" charset="2"/>
              </a:rPr>
              <a:t>:\</a:t>
            </a:r>
            <a:r>
              <a:rPr lang="en-US" sz="1600" dirty="0" err="1">
                <a:sym typeface="Symbol" panose="05050102010706020507" pitchFamily="18" charset="2"/>
              </a:rPr>
              <a:t>PM_Folder</a:t>
            </a:r>
            <a:r>
              <a:rPr lang="en-US" sz="1600" dirty="0">
                <a:sym typeface="Symbol" panose="05050102010706020507" pitchFamily="18" charset="2"/>
              </a:rPr>
              <a:t>\_3 Develop\Design Calculations.xlsx sheet Tank.  3/4/2025 R. Ales</a:t>
            </a:r>
          </a:p>
          <a:p>
            <a:pPr marL="0" indent="0">
              <a:buNone/>
            </a:pPr>
            <a:endParaRPr lang="en-US" sz="2000" dirty="0">
              <a:sym typeface="Symbol" panose="05050102010706020507" pitchFamily="18" charset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D5C051-3120-E3B0-331F-9950727FD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716" y="914144"/>
            <a:ext cx="4584589" cy="27556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56FB39-74ED-21F0-A6FA-0485B7313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716" y="3737244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84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0FA72B-587D-ADFB-B3B6-D42EDA9C6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2" y="1117493"/>
            <a:ext cx="4961896" cy="56149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818CA0-62E0-4EC7-F152-7C616045C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16" y="1065628"/>
            <a:ext cx="4961896" cy="27556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D96ED8-6007-4B55-1D86-8FD156EE1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866" y="2750189"/>
            <a:ext cx="2439654" cy="6464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7576D8-3750-85F6-B292-56ECF8A42E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865" y="1117493"/>
            <a:ext cx="2439653" cy="1417322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A77E60FE-4F32-ABFB-9BBC-41FB9877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584" y="382938"/>
            <a:ext cx="10515600" cy="454497"/>
          </a:xfrm>
        </p:spPr>
        <p:txBody>
          <a:bodyPr>
            <a:normAutofit/>
          </a:bodyPr>
          <a:lstStyle/>
          <a:p>
            <a:r>
              <a:rPr lang="en-US" sz="2400" dirty="0"/>
              <a:t>Breadboard LT3092 Current Source  Drift over 15 hours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D407EA-87F0-B6ED-13DF-2E3B5256B3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067265"/>
            <a:ext cx="4584589" cy="266513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9FB1E2-1649-412C-84EC-77C6F55E3C07}"/>
              </a:ext>
            </a:extLst>
          </p:cNvPr>
          <p:cNvCxnSpPr/>
          <p:nvPr/>
        </p:nvCxnSpPr>
        <p:spPr>
          <a:xfrm>
            <a:off x="3735092" y="3192651"/>
            <a:ext cx="3099661" cy="1704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62E7068-F37D-C4A4-FC30-578BF9BF2D47}"/>
              </a:ext>
            </a:extLst>
          </p:cNvPr>
          <p:cNvSpPr txBox="1"/>
          <p:nvPr/>
        </p:nvSpPr>
        <p:spPr>
          <a:xfrm rot="1723679">
            <a:off x="5166069" y="4060063"/>
            <a:ext cx="1349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327492"/>
                </a:solidFill>
              </a:rPr>
              <a:t>One Plot (marker)</a:t>
            </a:r>
          </a:p>
        </p:txBody>
      </p:sp>
    </p:spTree>
    <p:extLst>
      <p:ext uri="{BB962C8B-B14F-4D97-AF65-F5344CB8AC3E}">
        <p14:creationId xmlns:p14="http://schemas.microsoft.com/office/powerpoint/2010/main" val="3329620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826D9C-604D-20AD-3B60-0EEEBE6AA1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17"/>
          <a:stretch/>
        </p:blipFill>
        <p:spPr>
          <a:xfrm>
            <a:off x="0" y="1307758"/>
            <a:ext cx="12192000" cy="24433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699075-2592-5B4F-82F0-C5F944DD1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28548"/>
            <a:ext cx="12192000" cy="24433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25BDA6-2293-93FF-F3E0-EA180278B36F}"/>
              </a:ext>
            </a:extLst>
          </p:cNvPr>
          <p:cNvSpPr txBox="1"/>
          <p:nvPr/>
        </p:nvSpPr>
        <p:spPr>
          <a:xfrm>
            <a:off x="371356" y="3924972"/>
            <a:ext cx="6647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Time 14h26min – 15hrs  	ChA Blue,		ChB Red</a:t>
            </a:r>
          </a:p>
          <a:p>
            <a:r>
              <a:rPr lang="en-US" sz="1600" dirty="0"/>
              <a:t>    Mean			1.469V (14.78ma)	1.462V (14.66ma) 	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7D273-2CC1-BD59-1341-3A9A17DEFA82}"/>
              </a:ext>
            </a:extLst>
          </p:cNvPr>
          <p:cNvSpPr txBox="1"/>
          <p:nvPr/>
        </p:nvSpPr>
        <p:spPr>
          <a:xfrm>
            <a:off x="576747" y="938497"/>
            <a:ext cx="112646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Time 0 -26min	ChA Blue,		ChB Red</a:t>
            </a:r>
          </a:p>
          <a:p>
            <a:r>
              <a:rPr lang="en-US" sz="1600" dirty="0"/>
              <a:t>    Mean		1.468V (1.477ma)		1.463V (14.67ma)						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3A9D0F3-058D-9903-6AE4-CB0942E0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728" y="31158"/>
            <a:ext cx="7581900" cy="953433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Current source stability over 15 </a:t>
            </a:r>
            <a:r>
              <a:rPr lang="en-US" sz="2400" dirty="0" err="1"/>
              <a:t>hrs</a:t>
            </a:r>
            <a:r>
              <a:rPr lang="en-US" sz="2400" dirty="0"/>
              <a:t>,  Start and End trace, </a:t>
            </a:r>
            <a:br>
              <a:rPr lang="en-US" sz="2400" dirty="0"/>
            </a:br>
            <a:r>
              <a:rPr lang="en-US" sz="2000" dirty="0"/>
              <a:t>2000 seconds each trace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93859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71E7B6F-C8FC-9908-4286-E86176FD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642A861-4A66-F0BC-6B42-546971BB2D2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48486" y="3015168"/>
            <a:ext cx="581843" cy="182803"/>
          </a:xfrm>
          <a:prstGeom prst="bentConnector2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EXPLORING THE FIRST SYMBOL IN THE PTOA LOGO - The Process Technology ...">
            <a:extLst>
              <a:ext uri="{FF2B5EF4-FFF2-40B4-BE49-F238E27FC236}">
                <a16:creationId xmlns:a16="http://schemas.microsoft.com/office/drawing/2014/main" id="{F0048F86-BCE9-DE3D-98B7-2D24CEAFC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4" t="30944" r="27210" b="24932"/>
          <a:stretch/>
        </p:blipFill>
        <p:spPr bwMode="auto">
          <a:xfrm>
            <a:off x="9461747" y="1835997"/>
            <a:ext cx="755375" cy="76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B6F6EC-F23E-90BB-DBA2-30378EC651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98" t="6033" r="55743" b="9157"/>
          <a:stretch/>
        </p:blipFill>
        <p:spPr>
          <a:xfrm>
            <a:off x="5201053" y="4563545"/>
            <a:ext cx="806924" cy="163904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8DF507-58E4-3266-979C-023FC31C1D01}"/>
              </a:ext>
            </a:extLst>
          </p:cNvPr>
          <p:cNvCxnSpPr>
            <a:cxnSpLocks/>
          </p:cNvCxnSpPr>
          <p:nvPr/>
        </p:nvCxnSpPr>
        <p:spPr>
          <a:xfrm flipH="1">
            <a:off x="3489340" y="3773593"/>
            <a:ext cx="4144355" cy="85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1BC26CB-3353-B7D0-B27B-5FC7F50B8792}"/>
              </a:ext>
            </a:extLst>
          </p:cNvPr>
          <p:cNvSpPr/>
          <p:nvPr/>
        </p:nvSpPr>
        <p:spPr>
          <a:xfrm>
            <a:off x="2991957" y="824170"/>
            <a:ext cx="5003079" cy="3356311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92A92-0B0A-F44A-9FDB-933C82E67A4F}"/>
              </a:ext>
            </a:extLst>
          </p:cNvPr>
          <p:cNvSpPr/>
          <p:nvPr/>
        </p:nvSpPr>
        <p:spPr>
          <a:xfrm>
            <a:off x="9911387" y="3227961"/>
            <a:ext cx="328200" cy="8306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14E378-30C0-22BE-DBD4-85B612DCBB21}"/>
              </a:ext>
            </a:extLst>
          </p:cNvPr>
          <p:cNvCxnSpPr>
            <a:cxnSpLocks/>
          </p:cNvCxnSpPr>
          <p:nvPr/>
        </p:nvCxnSpPr>
        <p:spPr>
          <a:xfrm flipH="1">
            <a:off x="3011151" y="1696978"/>
            <a:ext cx="1961315" cy="24520"/>
          </a:xfrm>
          <a:prstGeom prst="line">
            <a:avLst/>
          </a:prstGeom>
          <a:ln>
            <a:solidFill>
              <a:srgbClr val="FF000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3DD6813-0BB4-3E7A-8165-0D050B7728AD}"/>
              </a:ext>
            </a:extLst>
          </p:cNvPr>
          <p:cNvCxnSpPr>
            <a:cxnSpLocks/>
          </p:cNvCxnSpPr>
          <p:nvPr/>
        </p:nvCxnSpPr>
        <p:spPr>
          <a:xfrm>
            <a:off x="4974172" y="3787477"/>
            <a:ext cx="0" cy="22181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3F3CA7A-2526-8640-1FE0-18C541DCD1C2}"/>
              </a:ext>
            </a:extLst>
          </p:cNvPr>
          <p:cNvSpPr/>
          <p:nvPr/>
        </p:nvSpPr>
        <p:spPr>
          <a:xfrm rot="5167818">
            <a:off x="8737172" y="2180360"/>
            <a:ext cx="168193" cy="2071134"/>
          </a:xfrm>
          <a:custGeom>
            <a:avLst/>
            <a:gdLst>
              <a:gd name="connsiteX0" fmla="*/ 0 w 1214299"/>
              <a:gd name="connsiteY0" fmla="*/ 704787 h 704787"/>
              <a:gd name="connsiteX1" fmla="*/ 158496 w 1214299"/>
              <a:gd name="connsiteY1" fmla="*/ 448755 h 704787"/>
              <a:gd name="connsiteX2" fmla="*/ 853440 w 1214299"/>
              <a:gd name="connsiteY2" fmla="*/ 485331 h 704787"/>
              <a:gd name="connsiteX3" fmla="*/ 1182624 w 1214299"/>
              <a:gd name="connsiteY3" fmla="*/ 46419 h 704787"/>
              <a:gd name="connsiteX4" fmla="*/ 1182624 w 1214299"/>
              <a:gd name="connsiteY4" fmla="*/ 34227 h 704787"/>
              <a:gd name="connsiteX0" fmla="*/ 1260940 w 2444465"/>
              <a:gd name="connsiteY0" fmla="*/ 1322102 h 1322102"/>
              <a:gd name="connsiteX1" fmla="*/ 1419436 w 2444465"/>
              <a:gd name="connsiteY1" fmla="*/ 1066070 h 1322102"/>
              <a:gd name="connsiteX2" fmla="*/ 2114380 w 2444465"/>
              <a:gd name="connsiteY2" fmla="*/ 1102646 h 1322102"/>
              <a:gd name="connsiteX3" fmla="*/ 2443564 w 2444465"/>
              <a:gd name="connsiteY3" fmla="*/ 663734 h 1322102"/>
              <a:gd name="connsiteX4" fmla="*/ -1 w 2444465"/>
              <a:gd name="connsiteY4" fmla="*/ 1161 h 1322102"/>
              <a:gd name="connsiteX0" fmla="*/ 1528459 w 2439341"/>
              <a:gd name="connsiteY0" fmla="*/ 1325605 h 1325605"/>
              <a:gd name="connsiteX1" fmla="*/ 1686955 w 2439341"/>
              <a:gd name="connsiteY1" fmla="*/ 1069573 h 1325605"/>
              <a:gd name="connsiteX2" fmla="*/ 2381899 w 2439341"/>
              <a:gd name="connsiteY2" fmla="*/ 1106149 h 1325605"/>
              <a:gd name="connsiteX3" fmla="*/ 1030 w 2439341"/>
              <a:gd name="connsiteY3" fmla="*/ 183946 h 1325605"/>
              <a:gd name="connsiteX4" fmla="*/ 267518 w 2439341"/>
              <a:gd name="connsiteY4" fmla="*/ 4664 h 1325605"/>
              <a:gd name="connsiteX0" fmla="*/ 1540323 w 1759089"/>
              <a:gd name="connsiteY0" fmla="*/ 1325605 h 1325605"/>
              <a:gd name="connsiteX1" fmla="*/ 1698819 w 1759089"/>
              <a:gd name="connsiteY1" fmla="*/ 1069573 h 1325605"/>
              <a:gd name="connsiteX2" fmla="*/ 360055 w 1759089"/>
              <a:gd name="connsiteY2" fmla="*/ 775331 h 1325605"/>
              <a:gd name="connsiteX3" fmla="*/ 12894 w 1759089"/>
              <a:gd name="connsiteY3" fmla="*/ 183946 h 1325605"/>
              <a:gd name="connsiteX4" fmla="*/ 279382 w 1759089"/>
              <a:gd name="connsiteY4" fmla="*/ 4664 h 1325605"/>
              <a:gd name="connsiteX0" fmla="*/ 1538435 w 1594035"/>
              <a:gd name="connsiteY0" fmla="*/ 1325605 h 1325605"/>
              <a:gd name="connsiteX1" fmla="*/ 1489436 w 1594035"/>
              <a:gd name="connsiteY1" fmla="*/ 1028974 h 1325605"/>
              <a:gd name="connsiteX2" fmla="*/ 358167 w 1594035"/>
              <a:gd name="connsiteY2" fmla="*/ 775331 h 1325605"/>
              <a:gd name="connsiteX3" fmla="*/ 11006 w 1594035"/>
              <a:gd name="connsiteY3" fmla="*/ 183946 h 1325605"/>
              <a:gd name="connsiteX4" fmla="*/ 277494 w 1594035"/>
              <a:gd name="connsiteY4" fmla="*/ 4664 h 1325605"/>
              <a:gd name="connsiteX0" fmla="*/ 1533580 w 1533634"/>
              <a:gd name="connsiteY0" fmla="*/ 1325605 h 1325605"/>
              <a:gd name="connsiteX1" fmla="*/ 448311 w 1533634"/>
              <a:gd name="connsiteY1" fmla="*/ 1042087 h 1325605"/>
              <a:gd name="connsiteX2" fmla="*/ 353312 w 1533634"/>
              <a:gd name="connsiteY2" fmla="*/ 775331 h 1325605"/>
              <a:gd name="connsiteX3" fmla="*/ 6151 w 1533634"/>
              <a:gd name="connsiteY3" fmla="*/ 183946 h 1325605"/>
              <a:gd name="connsiteX4" fmla="*/ 272639 w 1533634"/>
              <a:gd name="connsiteY4" fmla="*/ 4664 h 1325605"/>
              <a:gd name="connsiteX0" fmla="*/ 437123 w 453631"/>
              <a:gd name="connsiteY0" fmla="*/ 1330297 h 1330297"/>
              <a:gd name="connsiteX1" fmla="*/ 448311 w 453631"/>
              <a:gd name="connsiteY1" fmla="*/ 1042087 h 1330297"/>
              <a:gd name="connsiteX2" fmla="*/ 353312 w 453631"/>
              <a:gd name="connsiteY2" fmla="*/ 775331 h 1330297"/>
              <a:gd name="connsiteX3" fmla="*/ 6151 w 453631"/>
              <a:gd name="connsiteY3" fmla="*/ 183946 h 1330297"/>
              <a:gd name="connsiteX4" fmla="*/ 272639 w 453631"/>
              <a:gd name="connsiteY4" fmla="*/ 4664 h 133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31" h="1330297">
                <a:moveTo>
                  <a:pt x="437123" y="1330297"/>
                </a:moveTo>
                <a:cubicBezTo>
                  <a:pt x="445251" y="1220569"/>
                  <a:pt x="462279" y="1134581"/>
                  <a:pt x="448311" y="1042087"/>
                </a:cubicBezTo>
                <a:cubicBezTo>
                  <a:pt x="434343" y="949593"/>
                  <a:pt x="427005" y="918354"/>
                  <a:pt x="353312" y="775331"/>
                </a:cubicBezTo>
                <a:cubicBezTo>
                  <a:pt x="279619" y="632308"/>
                  <a:pt x="-48713" y="259130"/>
                  <a:pt x="6151" y="183946"/>
                </a:cubicBezTo>
                <a:cubicBezTo>
                  <a:pt x="61015" y="108762"/>
                  <a:pt x="300071" y="-26832"/>
                  <a:pt x="272639" y="466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AAED023-E49E-ADB1-7F62-4FCD407D7D5D}"/>
              </a:ext>
            </a:extLst>
          </p:cNvPr>
          <p:cNvCxnSpPr>
            <a:cxnSpLocks/>
          </p:cNvCxnSpPr>
          <p:nvPr/>
        </p:nvCxnSpPr>
        <p:spPr>
          <a:xfrm rot="16200000" flipV="1">
            <a:off x="2383621" y="2663560"/>
            <a:ext cx="1733250" cy="478188"/>
          </a:xfrm>
          <a:prstGeom prst="bentConnector3">
            <a:avLst>
              <a:gd name="adj1" fmla="val 10339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350EBA2F-C638-E337-7679-F2357BA3B916}"/>
              </a:ext>
            </a:extLst>
          </p:cNvPr>
          <p:cNvSpPr/>
          <p:nvPr/>
        </p:nvSpPr>
        <p:spPr>
          <a:xfrm rot="16200000">
            <a:off x="2874680" y="1851318"/>
            <a:ext cx="591410" cy="11140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461EE4B-3450-401D-566A-F75DAA51681F}"/>
              </a:ext>
            </a:extLst>
          </p:cNvPr>
          <p:cNvCxnSpPr/>
          <p:nvPr/>
        </p:nvCxnSpPr>
        <p:spPr>
          <a:xfrm flipH="1">
            <a:off x="4974172" y="5149268"/>
            <a:ext cx="2466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EA1A989-0F90-8CC9-5497-5692BB1D775F}"/>
              </a:ext>
            </a:extLst>
          </p:cNvPr>
          <p:cNvCxnSpPr>
            <a:cxnSpLocks/>
          </p:cNvCxnSpPr>
          <p:nvPr/>
        </p:nvCxnSpPr>
        <p:spPr>
          <a:xfrm flipH="1">
            <a:off x="4972466" y="5925076"/>
            <a:ext cx="289949" cy="154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A6F4A19-CB96-6F80-A989-39D26049FD65}"/>
              </a:ext>
            </a:extLst>
          </p:cNvPr>
          <p:cNvSpPr/>
          <p:nvPr/>
        </p:nvSpPr>
        <p:spPr>
          <a:xfrm>
            <a:off x="9762253" y="3198520"/>
            <a:ext cx="589387" cy="1053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67B56D5A-2D7D-0E5D-B1E5-B0EE3E6473C7}"/>
              </a:ext>
            </a:extLst>
          </p:cNvPr>
          <p:cNvSpPr/>
          <p:nvPr/>
        </p:nvSpPr>
        <p:spPr>
          <a:xfrm rot="16200000">
            <a:off x="8803438" y="1790163"/>
            <a:ext cx="440684" cy="2413395"/>
          </a:xfrm>
          <a:custGeom>
            <a:avLst/>
            <a:gdLst>
              <a:gd name="connsiteX0" fmla="*/ 8212 w 403839"/>
              <a:gd name="connsiteY0" fmla="*/ 0 h 1865376"/>
              <a:gd name="connsiteX1" fmla="*/ 8212 w 403839"/>
              <a:gd name="connsiteY1" fmla="*/ 60960 h 1865376"/>
              <a:gd name="connsiteX2" fmla="*/ 93556 w 403839"/>
              <a:gd name="connsiteY2" fmla="*/ 316992 h 1865376"/>
              <a:gd name="connsiteX3" fmla="*/ 386164 w 403839"/>
              <a:gd name="connsiteY3" fmla="*/ 609600 h 1865376"/>
              <a:gd name="connsiteX4" fmla="*/ 373972 w 403839"/>
              <a:gd name="connsiteY4" fmla="*/ 1255776 h 1865376"/>
              <a:gd name="connsiteX5" fmla="*/ 398356 w 403839"/>
              <a:gd name="connsiteY5" fmla="*/ 1865376 h 1865376"/>
              <a:gd name="connsiteX0" fmla="*/ 259954 w 655581"/>
              <a:gd name="connsiteY0" fmla="*/ 0 h 2131119"/>
              <a:gd name="connsiteX1" fmla="*/ 259954 w 655581"/>
              <a:gd name="connsiteY1" fmla="*/ 60960 h 2131119"/>
              <a:gd name="connsiteX2" fmla="*/ 345298 w 655581"/>
              <a:gd name="connsiteY2" fmla="*/ 316992 h 2131119"/>
              <a:gd name="connsiteX3" fmla="*/ 637906 w 655581"/>
              <a:gd name="connsiteY3" fmla="*/ 609600 h 2131119"/>
              <a:gd name="connsiteX4" fmla="*/ 625714 w 655581"/>
              <a:gd name="connsiteY4" fmla="*/ 1255776 h 2131119"/>
              <a:gd name="connsiteX5" fmla="*/ 144 w 655581"/>
              <a:gd name="connsiteY5" fmla="*/ 2131119 h 2131119"/>
              <a:gd name="connsiteX0" fmla="*/ 260071 w 638027"/>
              <a:gd name="connsiteY0" fmla="*/ 0 h 2131119"/>
              <a:gd name="connsiteX1" fmla="*/ 260071 w 638027"/>
              <a:gd name="connsiteY1" fmla="*/ 60960 h 2131119"/>
              <a:gd name="connsiteX2" fmla="*/ 345415 w 638027"/>
              <a:gd name="connsiteY2" fmla="*/ 316992 h 2131119"/>
              <a:gd name="connsiteX3" fmla="*/ 638023 w 638027"/>
              <a:gd name="connsiteY3" fmla="*/ 609600 h 2131119"/>
              <a:gd name="connsiteX4" fmla="*/ 338354 w 638027"/>
              <a:gd name="connsiteY4" fmla="*/ 1858810 h 2131119"/>
              <a:gd name="connsiteX5" fmla="*/ 261 w 638027"/>
              <a:gd name="connsiteY5" fmla="*/ 2131119 h 2131119"/>
              <a:gd name="connsiteX0" fmla="*/ 260071 w 475543"/>
              <a:gd name="connsiteY0" fmla="*/ 0 h 2131119"/>
              <a:gd name="connsiteX1" fmla="*/ 260071 w 475543"/>
              <a:gd name="connsiteY1" fmla="*/ 60960 h 2131119"/>
              <a:gd name="connsiteX2" fmla="*/ 345415 w 475543"/>
              <a:gd name="connsiteY2" fmla="*/ 316992 h 2131119"/>
              <a:gd name="connsiteX3" fmla="*/ 475533 w 475543"/>
              <a:gd name="connsiteY3" fmla="*/ 1202413 h 2131119"/>
              <a:gd name="connsiteX4" fmla="*/ 338354 w 475543"/>
              <a:gd name="connsiteY4" fmla="*/ 1858810 h 2131119"/>
              <a:gd name="connsiteX5" fmla="*/ 261 w 475543"/>
              <a:gd name="connsiteY5" fmla="*/ 2131119 h 2131119"/>
              <a:gd name="connsiteX0" fmla="*/ 260040 w 475881"/>
              <a:gd name="connsiteY0" fmla="*/ 0 h 2131119"/>
              <a:gd name="connsiteX1" fmla="*/ 260040 w 475881"/>
              <a:gd name="connsiteY1" fmla="*/ 60960 h 2131119"/>
              <a:gd name="connsiteX2" fmla="*/ 345384 w 475881"/>
              <a:gd name="connsiteY2" fmla="*/ 316992 h 2131119"/>
              <a:gd name="connsiteX3" fmla="*/ 475502 w 475881"/>
              <a:gd name="connsiteY3" fmla="*/ 1202413 h 2131119"/>
              <a:gd name="connsiteX4" fmla="*/ 388320 w 475881"/>
              <a:gd name="connsiteY4" fmla="*/ 1909915 h 2131119"/>
              <a:gd name="connsiteX5" fmla="*/ 230 w 475881"/>
              <a:gd name="connsiteY5" fmla="*/ 2131119 h 21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81" h="2131119">
                <a:moveTo>
                  <a:pt x="260040" y="0"/>
                </a:moveTo>
                <a:cubicBezTo>
                  <a:pt x="252928" y="4064"/>
                  <a:pt x="245816" y="8128"/>
                  <a:pt x="260040" y="60960"/>
                </a:cubicBezTo>
                <a:cubicBezTo>
                  <a:pt x="274264" y="113792"/>
                  <a:pt x="309474" y="126750"/>
                  <a:pt x="345384" y="316992"/>
                </a:cubicBezTo>
                <a:cubicBezTo>
                  <a:pt x="381294" y="507234"/>
                  <a:pt x="468346" y="936926"/>
                  <a:pt x="475502" y="1202413"/>
                </a:cubicBezTo>
                <a:cubicBezTo>
                  <a:pt x="482658" y="1467900"/>
                  <a:pt x="386288" y="1700619"/>
                  <a:pt x="388320" y="1909915"/>
                </a:cubicBezTo>
                <a:cubicBezTo>
                  <a:pt x="390352" y="2119211"/>
                  <a:pt x="-10946" y="1930967"/>
                  <a:pt x="230" y="2131119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BE199286-758C-8919-784B-25155A4A3ACC}"/>
              </a:ext>
            </a:extLst>
          </p:cNvPr>
          <p:cNvSpPr/>
          <p:nvPr/>
        </p:nvSpPr>
        <p:spPr>
          <a:xfrm rot="5400000">
            <a:off x="8821001" y="1972288"/>
            <a:ext cx="210440" cy="2172349"/>
          </a:xfrm>
          <a:custGeom>
            <a:avLst/>
            <a:gdLst>
              <a:gd name="connsiteX0" fmla="*/ 890926 w 903439"/>
              <a:gd name="connsiteY0" fmla="*/ 0 h 1755648"/>
              <a:gd name="connsiteX1" fmla="*/ 829966 w 903439"/>
              <a:gd name="connsiteY1" fmla="*/ 292608 h 1755648"/>
              <a:gd name="connsiteX2" fmla="*/ 330094 w 903439"/>
              <a:gd name="connsiteY2" fmla="*/ 548640 h 1755648"/>
              <a:gd name="connsiteX3" fmla="*/ 37486 w 903439"/>
              <a:gd name="connsiteY3" fmla="*/ 1243584 h 1755648"/>
              <a:gd name="connsiteX4" fmla="*/ 13102 w 903439"/>
              <a:gd name="connsiteY4" fmla="*/ 1755648 h 1755648"/>
              <a:gd name="connsiteX0" fmla="*/ 0 w 835205"/>
              <a:gd name="connsiteY0" fmla="*/ 0 h 1823666"/>
              <a:gd name="connsiteX1" fmla="*/ 830288 w 835205"/>
              <a:gd name="connsiteY1" fmla="*/ 360626 h 1823666"/>
              <a:gd name="connsiteX2" fmla="*/ 330416 w 835205"/>
              <a:gd name="connsiteY2" fmla="*/ 616658 h 1823666"/>
              <a:gd name="connsiteX3" fmla="*/ 37808 w 835205"/>
              <a:gd name="connsiteY3" fmla="*/ 1311602 h 1823666"/>
              <a:gd name="connsiteX4" fmla="*/ 13424 w 835205"/>
              <a:gd name="connsiteY4" fmla="*/ 1823666 h 1823666"/>
              <a:gd name="connsiteX0" fmla="*/ 207250 w 541497"/>
              <a:gd name="connsiteY0" fmla="*/ 0 h 1823666"/>
              <a:gd name="connsiteX1" fmla="*/ 7392 w 541497"/>
              <a:gd name="connsiteY1" fmla="*/ 418927 h 1823666"/>
              <a:gd name="connsiteX2" fmla="*/ 537666 w 541497"/>
              <a:gd name="connsiteY2" fmla="*/ 616658 h 1823666"/>
              <a:gd name="connsiteX3" fmla="*/ 245058 w 541497"/>
              <a:gd name="connsiteY3" fmla="*/ 1311602 h 1823666"/>
              <a:gd name="connsiteX4" fmla="*/ 220674 w 541497"/>
              <a:gd name="connsiteY4" fmla="*/ 1823666 h 1823666"/>
              <a:gd name="connsiteX0" fmla="*/ 209488 w 255878"/>
              <a:gd name="connsiteY0" fmla="*/ 0 h 1823666"/>
              <a:gd name="connsiteX1" fmla="*/ 9630 w 255878"/>
              <a:gd name="connsiteY1" fmla="*/ 418927 h 1823666"/>
              <a:gd name="connsiteX2" fmla="*/ 53767 w 255878"/>
              <a:gd name="connsiteY2" fmla="*/ 791560 h 1823666"/>
              <a:gd name="connsiteX3" fmla="*/ 247296 w 255878"/>
              <a:gd name="connsiteY3" fmla="*/ 1311602 h 1823666"/>
              <a:gd name="connsiteX4" fmla="*/ 222912 w 255878"/>
              <a:gd name="connsiteY4" fmla="*/ 1823666 h 1823666"/>
              <a:gd name="connsiteX0" fmla="*/ 207372 w 220796"/>
              <a:gd name="connsiteY0" fmla="*/ 0 h 1823666"/>
              <a:gd name="connsiteX1" fmla="*/ 7514 w 220796"/>
              <a:gd name="connsiteY1" fmla="*/ 418927 h 1823666"/>
              <a:gd name="connsiteX2" fmla="*/ 51651 w 220796"/>
              <a:gd name="connsiteY2" fmla="*/ 791560 h 1823666"/>
              <a:gd name="connsiteX3" fmla="*/ 141010 w 220796"/>
              <a:gd name="connsiteY3" fmla="*/ 1272734 h 1823666"/>
              <a:gd name="connsiteX4" fmla="*/ 220796 w 220796"/>
              <a:gd name="connsiteY4" fmla="*/ 1823666 h 1823666"/>
              <a:gd name="connsiteX0" fmla="*/ 197016 w 210440"/>
              <a:gd name="connsiteY0" fmla="*/ 0 h 1823666"/>
              <a:gd name="connsiteX1" fmla="*/ 8736 w 210440"/>
              <a:gd name="connsiteY1" fmla="*/ 127421 h 1823666"/>
              <a:gd name="connsiteX2" fmla="*/ 41295 w 210440"/>
              <a:gd name="connsiteY2" fmla="*/ 791560 h 1823666"/>
              <a:gd name="connsiteX3" fmla="*/ 130654 w 210440"/>
              <a:gd name="connsiteY3" fmla="*/ 1272734 h 1823666"/>
              <a:gd name="connsiteX4" fmla="*/ 210440 w 210440"/>
              <a:gd name="connsiteY4" fmla="*/ 1823666 h 1823666"/>
              <a:gd name="connsiteX0" fmla="*/ 197016 w 210440"/>
              <a:gd name="connsiteY0" fmla="*/ 0 h 1823666"/>
              <a:gd name="connsiteX1" fmla="*/ 8736 w 210440"/>
              <a:gd name="connsiteY1" fmla="*/ 127421 h 1823666"/>
              <a:gd name="connsiteX2" fmla="*/ 41298 w 210440"/>
              <a:gd name="connsiteY2" fmla="*/ 655523 h 1823666"/>
              <a:gd name="connsiteX3" fmla="*/ 130654 w 210440"/>
              <a:gd name="connsiteY3" fmla="*/ 1272734 h 1823666"/>
              <a:gd name="connsiteX4" fmla="*/ 210440 w 210440"/>
              <a:gd name="connsiteY4" fmla="*/ 1823666 h 1823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40" h="1823666">
                <a:moveTo>
                  <a:pt x="197016" y="0"/>
                </a:moveTo>
                <a:cubicBezTo>
                  <a:pt x="213272" y="100584"/>
                  <a:pt x="34689" y="18167"/>
                  <a:pt x="8736" y="127421"/>
                </a:cubicBezTo>
                <a:cubicBezTo>
                  <a:pt x="-17217" y="236675"/>
                  <a:pt x="20978" y="464638"/>
                  <a:pt x="41298" y="655523"/>
                </a:cubicBezTo>
                <a:cubicBezTo>
                  <a:pt x="61618" y="846408"/>
                  <a:pt x="183486" y="1071566"/>
                  <a:pt x="130654" y="1272734"/>
                </a:cubicBezTo>
                <a:cubicBezTo>
                  <a:pt x="77822" y="1473902"/>
                  <a:pt x="196216" y="1668218"/>
                  <a:pt x="210440" y="1823666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F72D42B4-24D3-6EAA-FB6A-1F4D9785EE4C}"/>
              </a:ext>
            </a:extLst>
          </p:cNvPr>
          <p:cNvCxnSpPr>
            <a:cxnSpLocks/>
          </p:cNvCxnSpPr>
          <p:nvPr/>
        </p:nvCxnSpPr>
        <p:spPr>
          <a:xfrm flipH="1">
            <a:off x="6370841" y="3325178"/>
            <a:ext cx="6576" cy="4970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68ADE9C-97EE-CEBE-00CE-39F31356C0E6}"/>
              </a:ext>
            </a:extLst>
          </p:cNvPr>
          <p:cNvSpPr/>
          <p:nvPr/>
        </p:nvSpPr>
        <p:spPr>
          <a:xfrm rot="5400000">
            <a:off x="7473279" y="3132435"/>
            <a:ext cx="568203" cy="1247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33B2C37-3F5A-FFAC-D8A2-FFE6CB8AD365}"/>
              </a:ext>
            </a:extLst>
          </p:cNvPr>
          <p:cNvSpPr/>
          <p:nvPr/>
        </p:nvSpPr>
        <p:spPr>
          <a:xfrm>
            <a:off x="6640340" y="1713817"/>
            <a:ext cx="708892" cy="10526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0E2B970-61F1-8BC0-08F8-FA0D53E3DAC6}"/>
              </a:ext>
            </a:extLst>
          </p:cNvPr>
          <p:cNvSpPr txBox="1"/>
          <p:nvPr/>
        </p:nvSpPr>
        <p:spPr>
          <a:xfrm>
            <a:off x="6573514" y="1911571"/>
            <a:ext cx="8574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Motor</a:t>
            </a:r>
          </a:p>
          <a:p>
            <a:pPr algn="ctr"/>
            <a:r>
              <a:rPr lang="en-US" sz="1200" dirty="0"/>
              <a:t>Controller</a:t>
            </a:r>
          </a:p>
          <a:p>
            <a:pPr algn="ctr"/>
            <a:r>
              <a:rPr lang="en-US" sz="1200" dirty="0" err="1"/>
              <a:t>Pololu</a:t>
            </a:r>
            <a:endParaRPr lang="en-US" sz="1200" dirty="0"/>
          </a:p>
          <a:p>
            <a:pPr algn="ctr"/>
            <a:r>
              <a:rPr lang="en-US" sz="1200" dirty="0"/>
              <a:t>18V7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601702D2-8D37-7AE4-AC1B-04638FAA09D3}"/>
              </a:ext>
            </a:extLst>
          </p:cNvPr>
          <p:cNvCxnSpPr>
            <a:cxnSpLocks/>
          </p:cNvCxnSpPr>
          <p:nvPr/>
        </p:nvCxnSpPr>
        <p:spPr>
          <a:xfrm flipV="1">
            <a:off x="7388849" y="2001981"/>
            <a:ext cx="2364751" cy="26035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F572BE5-9829-E3BD-DADE-86432DA0CB02}"/>
              </a:ext>
            </a:extLst>
          </p:cNvPr>
          <p:cNvCxnSpPr>
            <a:cxnSpLocks/>
          </p:cNvCxnSpPr>
          <p:nvPr/>
        </p:nvCxnSpPr>
        <p:spPr>
          <a:xfrm>
            <a:off x="7388849" y="2328702"/>
            <a:ext cx="220308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C16E4CB9-2173-2268-228C-29F96EFDBB29}"/>
              </a:ext>
            </a:extLst>
          </p:cNvPr>
          <p:cNvSpPr txBox="1"/>
          <p:nvPr/>
        </p:nvSpPr>
        <p:spPr>
          <a:xfrm>
            <a:off x="8136145" y="1762313"/>
            <a:ext cx="49564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Left</a:t>
            </a:r>
          </a:p>
          <a:p>
            <a:endParaRPr lang="en-US" sz="1100" dirty="0"/>
          </a:p>
          <a:p>
            <a:r>
              <a:rPr lang="en-US" sz="1100" dirty="0"/>
              <a:t>Right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79BCB00-9F6D-B14E-41D8-9521FA24546B}"/>
              </a:ext>
            </a:extLst>
          </p:cNvPr>
          <p:cNvSpPr/>
          <p:nvPr/>
        </p:nvSpPr>
        <p:spPr>
          <a:xfrm rot="16200000">
            <a:off x="7404579" y="2062372"/>
            <a:ext cx="668524" cy="1564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F6038BF-2D6A-7DDC-CA44-39446AD499EC}"/>
              </a:ext>
            </a:extLst>
          </p:cNvPr>
          <p:cNvSpPr txBox="1"/>
          <p:nvPr/>
        </p:nvSpPr>
        <p:spPr>
          <a:xfrm>
            <a:off x="10402019" y="3256269"/>
            <a:ext cx="65755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DUT </a:t>
            </a:r>
          </a:p>
          <a:p>
            <a:r>
              <a:rPr lang="en-US" sz="1200" dirty="0"/>
              <a:t>Sensor</a:t>
            </a:r>
          </a:p>
          <a:p>
            <a:r>
              <a:rPr lang="en-US" sz="1200" dirty="0"/>
              <a:t>x4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E652E96A-A903-CB1A-73D7-5D16F39F3CF8}"/>
              </a:ext>
            </a:extLst>
          </p:cNvPr>
          <p:cNvSpPr txBox="1"/>
          <p:nvPr/>
        </p:nvSpPr>
        <p:spPr>
          <a:xfrm>
            <a:off x="5117440" y="6195499"/>
            <a:ext cx="8771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DataQ</a:t>
            </a:r>
            <a:r>
              <a:rPr lang="en-US" dirty="0"/>
              <a:t> </a:t>
            </a:r>
          </a:p>
          <a:p>
            <a:r>
              <a:rPr lang="en-US" sz="1200" dirty="0"/>
              <a:t>DI-2108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704B752-9668-28A2-B0E4-0956B0408CA9}"/>
              </a:ext>
            </a:extLst>
          </p:cNvPr>
          <p:cNvSpPr txBox="1"/>
          <p:nvPr/>
        </p:nvSpPr>
        <p:spPr>
          <a:xfrm>
            <a:off x="4820352" y="3110500"/>
            <a:ext cx="71615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Buffer/</a:t>
            </a:r>
          </a:p>
          <a:p>
            <a:pPr algn="ctr"/>
            <a:r>
              <a:rPr lang="en-US" sz="1400" dirty="0"/>
              <a:t>Scaler</a:t>
            </a:r>
          </a:p>
          <a:p>
            <a:pPr algn="ctr"/>
            <a:r>
              <a:rPr lang="en-US" sz="1400" dirty="0"/>
              <a:t>x8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02C405F-EFB8-096F-0A6D-C154DFBD645A}"/>
              </a:ext>
            </a:extLst>
          </p:cNvPr>
          <p:cNvSpPr/>
          <p:nvPr/>
        </p:nvSpPr>
        <p:spPr>
          <a:xfrm>
            <a:off x="4074602" y="3931279"/>
            <a:ext cx="1520939" cy="1273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7A14402-1479-3771-467D-2D3667B75D1D}"/>
              </a:ext>
            </a:extLst>
          </p:cNvPr>
          <p:cNvCxnSpPr>
            <a:cxnSpLocks/>
          </p:cNvCxnSpPr>
          <p:nvPr/>
        </p:nvCxnSpPr>
        <p:spPr>
          <a:xfrm>
            <a:off x="3011151" y="1006579"/>
            <a:ext cx="3656608" cy="1003642"/>
          </a:xfrm>
          <a:prstGeom prst="bentConnector3">
            <a:avLst>
              <a:gd name="adj1" fmla="val 9178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B6DAF2B-62FD-93A4-C38B-F41FC48DE80F}"/>
              </a:ext>
            </a:extLst>
          </p:cNvPr>
          <p:cNvCxnSpPr>
            <a:cxnSpLocks/>
          </p:cNvCxnSpPr>
          <p:nvPr/>
        </p:nvCxnSpPr>
        <p:spPr>
          <a:xfrm>
            <a:off x="2991957" y="1199796"/>
            <a:ext cx="3634582" cy="1069628"/>
          </a:xfrm>
          <a:prstGeom prst="bentConnector3">
            <a:avLst>
              <a:gd name="adj1" fmla="val 8789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Water, level, sensor, technology, system, sensors, detection icon ...">
            <a:extLst>
              <a:ext uri="{FF2B5EF4-FFF2-40B4-BE49-F238E27FC236}">
                <a16:creationId xmlns:a16="http://schemas.microsoft.com/office/drawing/2014/main" id="{E5F0446E-13B8-FDE8-64DF-23B4D9C41A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64" b="48976"/>
          <a:stretch/>
        </p:blipFill>
        <p:spPr bwMode="auto">
          <a:xfrm rot="5400000" flipH="1">
            <a:off x="9605352" y="4341571"/>
            <a:ext cx="772248" cy="718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aptop icon vector. computer illustration sign. PC symbol or logo ...">
            <a:extLst>
              <a:ext uri="{FF2B5EF4-FFF2-40B4-BE49-F238E27FC236}">
                <a16:creationId xmlns:a16="http://schemas.microsoft.com/office/drawing/2014/main" id="{6070BAE7-0A6A-8901-56E6-B9392C0288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67"/>
          <a:stretch/>
        </p:blipFill>
        <p:spPr bwMode="auto">
          <a:xfrm>
            <a:off x="6186525" y="5073715"/>
            <a:ext cx="1961794" cy="174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B448089-52C8-A041-711F-E146D80ABB0A}"/>
              </a:ext>
            </a:extLst>
          </p:cNvPr>
          <p:cNvSpPr txBox="1"/>
          <p:nvPr/>
        </p:nvSpPr>
        <p:spPr>
          <a:xfrm>
            <a:off x="10350753" y="4585529"/>
            <a:ext cx="783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Laser </a:t>
            </a:r>
            <a:endParaRPr lang="en-US" sz="12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F0D558A-5C87-0753-8F84-837FEE155343}"/>
              </a:ext>
            </a:extLst>
          </p:cNvPr>
          <p:cNvCxnSpPr>
            <a:cxnSpLocks/>
            <a:endCxn id="104" idx="1"/>
          </p:cNvCxnSpPr>
          <p:nvPr/>
        </p:nvCxnSpPr>
        <p:spPr>
          <a:xfrm>
            <a:off x="5960486" y="4770195"/>
            <a:ext cx="2471662" cy="1199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3218E03-FC6C-2F9B-083A-55DD0C0F210F}"/>
              </a:ext>
            </a:extLst>
          </p:cNvPr>
          <p:cNvCxnSpPr>
            <a:cxnSpLocks/>
          </p:cNvCxnSpPr>
          <p:nvPr/>
        </p:nvCxnSpPr>
        <p:spPr>
          <a:xfrm flipV="1">
            <a:off x="7131420" y="2727472"/>
            <a:ext cx="8957" cy="268207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5A79E10-4BDC-09A7-BEDB-CB15F170768A}"/>
              </a:ext>
            </a:extLst>
          </p:cNvPr>
          <p:cNvSpPr/>
          <p:nvPr/>
        </p:nvSpPr>
        <p:spPr>
          <a:xfrm rot="16200000">
            <a:off x="2870874" y="1132970"/>
            <a:ext cx="591410" cy="11140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69A757-BB18-FC72-C63B-70E4B662E10A}"/>
              </a:ext>
            </a:extLst>
          </p:cNvPr>
          <p:cNvSpPr txBox="1"/>
          <p:nvPr/>
        </p:nvSpPr>
        <p:spPr>
          <a:xfrm>
            <a:off x="2103724" y="822555"/>
            <a:ext cx="91954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24Vdc</a:t>
            </a:r>
          </a:p>
          <a:p>
            <a:pPr algn="ctr"/>
            <a:r>
              <a:rPr lang="en-US" sz="1200" dirty="0"/>
              <a:t>SMPS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24Vdc</a:t>
            </a:r>
          </a:p>
          <a:p>
            <a:pPr algn="ctr"/>
            <a:r>
              <a:rPr lang="en-US" sz="1200" dirty="0"/>
              <a:t>Instrument</a:t>
            </a:r>
          </a:p>
          <a:p>
            <a:pPr algn="ctr"/>
            <a:r>
              <a:rPr lang="en-US" sz="1200" dirty="0"/>
              <a:t>Power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046D0CBC-5ECA-9188-D186-6775E2733D0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3762" t="27733" r="29427" b="58785"/>
          <a:stretch/>
        </p:blipFill>
        <p:spPr>
          <a:xfrm>
            <a:off x="3958841" y="2130339"/>
            <a:ext cx="551038" cy="69809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927E3E1-B768-09A1-F913-491D59369F31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936721" y="1696978"/>
            <a:ext cx="5543" cy="3547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4215A73-D841-1611-D9F2-4D86F47FA5B0}"/>
              </a:ext>
            </a:extLst>
          </p:cNvPr>
          <p:cNvCxnSpPr>
            <a:cxnSpLocks/>
          </p:cNvCxnSpPr>
          <p:nvPr/>
        </p:nvCxnSpPr>
        <p:spPr>
          <a:xfrm>
            <a:off x="4205058" y="1718279"/>
            <a:ext cx="18230" cy="3451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EBBC99-0BC1-7EC0-9E4F-167901D1D201}"/>
              </a:ext>
            </a:extLst>
          </p:cNvPr>
          <p:cNvSpPr txBox="1"/>
          <p:nvPr/>
        </p:nvSpPr>
        <p:spPr>
          <a:xfrm>
            <a:off x="10125497" y="1892203"/>
            <a:ext cx="10254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Pump </a:t>
            </a:r>
            <a:endParaRPr lang="en-US" sz="1200" dirty="0"/>
          </a:p>
          <a:p>
            <a:pPr algn="ctr"/>
            <a:r>
              <a:rPr lang="en-US" sz="1200" dirty="0"/>
              <a:t>4A DC Motor</a:t>
            </a:r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DFBF1E2-7375-3C40-34AA-205103F4B644}"/>
              </a:ext>
            </a:extLst>
          </p:cNvPr>
          <p:cNvSpPr txBox="1"/>
          <p:nvPr/>
        </p:nvSpPr>
        <p:spPr>
          <a:xfrm>
            <a:off x="6702322" y="5520189"/>
            <a:ext cx="11002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LV Win11</a:t>
            </a:r>
          </a:p>
          <a:p>
            <a:r>
              <a:rPr lang="en-US" sz="1200" dirty="0"/>
              <a:t>Workstation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F5F261-114B-EBCE-4B28-DE3DEBEF3DCD}"/>
              </a:ext>
            </a:extLst>
          </p:cNvPr>
          <p:cNvSpPr txBox="1"/>
          <p:nvPr/>
        </p:nvSpPr>
        <p:spPr>
          <a:xfrm>
            <a:off x="6377417" y="982832"/>
            <a:ext cx="15547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Interface PCB</a:t>
            </a:r>
          </a:p>
          <a:p>
            <a:pPr algn="ctr"/>
            <a:r>
              <a:rPr lang="en-US" sz="1200" dirty="0"/>
              <a:t>Custom Unit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4D135875-2F97-9406-65AA-BE5460EA52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9843" y="3145247"/>
            <a:ext cx="394649" cy="384055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E4F63BBA-A00E-2AC7-93B7-43E92BF5DB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0313" y="3218246"/>
            <a:ext cx="394649" cy="384055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9CF97148-27F0-63BA-AFA9-02A7264E99EC}"/>
              </a:ext>
            </a:extLst>
          </p:cNvPr>
          <p:cNvSpPr txBox="1"/>
          <p:nvPr/>
        </p:nvSpPr>
        <p:spPr>
          <a:xfrm>
            <a:off x="4447247" y="1854676"/>
            <a:ext cx="8250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14ma </a:t>
            </a:r>
          </a:p>
          <a:p>
            <a:pPr algn="ctr"/>
            <a:r>
              <a:rPr lang="en-US" sz="1400" dirty="0"/>
              <a:t>I-source</a:t>
            </a:r>
          </a:p>
          <a:p>
            <a:pPr algn="ctr"/>
            <a:r>
              <a:rPr lang="en-US" sz="1400" dirty="0"/>
              <a:t>x8</a:t>
            </a:r>
          </a:p>
        </p:txBody>
      </p:sp>
      <p:sp>
        <p:nvSpPr>
          <p:cNvPr id="95" name="Speech Bubble: Rectangle 94">
            <a:extLst>
              <a:ext uri="{FF2B5EF4-FFF2-40B4-BE49-F238E27FC236}">
                <a16:creationId xmlns:a16="http://schemas.microsoft.com/office/drawing/2014/main" id="{F4161BC1-2CFA-95AA-25B8-66BA5BDC14FD}"/>
              </a:ext>
            </a:extLst>
          </p:cNvPr>
          <p:cNvSpPr/>
          <p:nvPr/>
        </p:nvSpPr>
        <p:spPr>
          <a:xfrm>
            <a:off x="8064633" y="1163013"/>
            <a:ext cx="1013182" cy="310155"/>
          </a:xfrm>
          <a:prstGeom prst="wedgeRectCallout">
            <a:avLst>
              <a:gd name="adj1" fmla="val -75163"/>
              <a:gd name="adj2" fmla="val 1690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Connector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67C68A-5CC7-87F1-1599-2ADDF3AF7B8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3762" t="27733" r="29427" b="58785"/>
          <a:stretch/>
        </p:blipFill>
        <p:spPr>
          <a:xfrm>
            <a:off x="3666745" y="2051679"/>
            <a:ext cx="551038" cy="69809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C5C4915-7622-65A5-ECC5-8DB12051628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95128" y="2995551"/>
            <a:ext cx="581843" cy="18280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2458E25-DF92-7A5B-68D6-A1BC9E17E79A}"/>
              </a:ext>
            </a:extLst>
          </p:cNvPr>
          <p:cNvCxnSpPr>
            <a:stCxn id="92" idx="3"/>
          </p:cNvCxnSpPr>
          <p:nvPr/>
        </p:nvCxnSpPr>
        <p:spPr>
          <a:xfrm flipH="1">
            <a:off x="4228208" y="3337275"/>
            <a:ext cx="6284" cy="23016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D944E7B-0E2C-2D32-BE98-B4A0BAC24920}"/>
              </a:ext>
            </a:extLst>
          </p:cNvPr>
          <p:cNvCxnSpPr>
            <a:cxnSpLocks/>
          </p:cNvCxnSpPr>
          <p:nvPr/>
        </p:nvCxnSpPr>
        <p:spPr>
          <a:xfrm flipH="1">
            <a:off x="4203040" y="5673683"/>
            <a:ext cx="10524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07F8B16-4B8D-AB32-46D6-AE96978E8DEC}"/>
              </a:ext>
            </a:extLst>
          </p:cNvPr>
          <p:cNvCxnSpPr>
            <a:cxnSpLocks/>
          </p:cNvCxnSpPr>
          <p:nvPr/>
        </p:nvCxnSpPr>
        <p:spPr>
          <a:xfrm flipH="1">
            <a:off x="4768180" y="3419454"/>
            <a:ext cx="23358" cy="1378406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A72D145-26A2-DCCD-DFED-5345316EAD20}"/>
              </a:ext>
            </a:extLst>
          </p:cNvPr>
          <p:cNvCxnSpPr>
            <a:cxnSpLocks/>
          </p:cNvCxnSpPr>
          <p:nvPr/>
        </p:nvCxnSpPr>
        <p:spPr>
          <a:xfrm flipH="1">
            <a:off x="4768180" y="4770195"/>
            <a:ext cx="452626" cy="9693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BDDCE521-8063-CBA6-6FF1-E3ABD65EAA68}"/>
              </a:ext>
            </a:extLst>
          </p:cNvPr>
          <p:cNvSpPr/>
          <p:nvPr/>
        </p:nvSpPr>
        <p:spPr>
          <a:xfrm>
            <a:off x="6626539" y="4534621"/>
            <a:ext cx="1034061" cy="5439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USB Hub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C495AAE-ABF6-3803-9371-C7EE7D76B364}"/>
              </a:ext>
            </a:extLst>
          </p:cNvPr>
          <p:cNvCxnSpPr>
            <a:cxnSpLocks/>
          </p:cNvCxnSpPr>
          <p:nvPr/>
        </p:nvCxnSpPr>
        <p:spPr>
          <a:xfrm flipH="1" flipV="1">
            <a:off x="3751139" y="3022795"/>
            <a:ext cx="3937269" cy="7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0AA1C4B-C5EA-5EDB-69EF-EA77746CD67F}"/>
              </a:ext>
            </a:extLst>
          </p:cNvPr>
          <p:cNvCxnSpPr>
            <a:cxnSpLocks/>
          </p:cNvCxnSpPr>
          <p:nvPr/>
        </p:nvCxnSpPr>
        <p:spPr>
          <a:xfrm flipH="1" flipV="1">
            <a:off x="4359581" y="3172975"/>
            <a:ext cx="3312594" cy="22107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C5ABCF44-50F1-2661-A427-D7D19A58FCD6}"/>
              </a:ext>
            </a:extLst>
          </p:cNvPr>
          <p:cNvSpPr/>
          <p:nvPr/>
        </p:nvSpPr>
        <p:spPr>
          <a:xfrm>
            <a:off x="9380721" y="1199796"/>
            <a:ext cx="2158742" cy="3949472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C19E202-13D3-FD12-2C52-9E3F20A34466}"/>
              </a:ext>
            </a:extLst>
          </p:cNvPr>
          <p:cNvSpPr txBox="1"/>
          <p:nvPr/>
        </p:nvSpPr>
        <p:spPr>
          <a:xfrm>
            <a:off x="10762128" y="1258729"/>
            <a:ext cx="755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TANK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B0D8C4A-8341-1BCC-DA9F-704002E448E0}"/>
              </a:ext>
            </a:extLst>
          </p:cNvPr>
          <p:cNvSpPr txBox="1"/>
          <p:nvPr/>
        </p:nvSpPr>
        <p:spPr>
          <a:xfrm>
            <a:off x="9479424" y="6082162"/>
            <a:ext cx="165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TO SCALE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22F1E58-C90A-2F6D-6FA8-96C8660BE20B}"/>
              </a:ext>
            </a:extLst>
          </p:cNvPr>
          <p:cNvSpPr txBox="1"/>
          <p:nvPr/>
        </p:nvSpPr>
        <p:spPr>
          <a:xfrm>
            <a:off x="4768180" y="1490007"/>
            <a:ext cx="10537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To Laser &amp; buffers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2239C13-ABDE-1EC1-0C3F-7E02F427326D}"/>
              </a:ext>
            </a:extLst>
          </p:cNvPr>
          <p:cNvCxnSpPr>
            <a:cxnSpLocks/>
          </p:cNvCxnSpPr>
          <p:nvPr/>
        </p:nvCxnSpPr>
        <p:spPr>
          <a:xfrm flipH="1" flipV="1">
            <a:off x="6377417" y="3321079"/>
            <a:ext cx="1294090" cy="238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45BBDD15-4561-1D4F-D796-816A4EAD3E08}"/>
              </a:ext>
            </a:extLst>
          </p:cNvPr>
          <p:cNvSpPr/>
          <p:nvPr/>
        </p:nvSpPr>
        <p:spPr>
          <a:xfrm rot="5400000">
            <a:off x="7541819" y="3696763"/>
            <a:ext cx="388827" cy="1247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8D3E7B9-893D-3AC7-38E7-50CFF3CD0445}"/>
              </a:ext>
            </a:extLst>
          </p:cNvPr>
          <p:cNvCxnSpPr>
            <a:cxnSpLocks/>
          </p:cNvCxnSpPr>
          <p:nvPr/>
        </p:nvCxnSpPr>
        <p:spPr>
          <a:xfrm flipH="1" flipV="1">
            <a:off x="7467504" y="3646810"/>
            <a:ext cx="226346" cy="8724"/>
          </a:xfrm>
          <a:prstGeom prst="line">
            <a:avLst/>
          </a:prstGeom>
          <a:ln>
            <a:solidFill>
              <a:srgbClr val="FF000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2699D6D6-6256-32D0-9D98-C85AA2A12D68}"/>
              </a:ext>
            </a:extLst>
          </p:cNvPr>
          <p:cNvSpPr/>
          <p:nvPr/>
        </p:nvSpPr>
        <p:spPr>
          <a:xfrm>
            <a:off x="7800727" y="3608357"/>
            <a:ext cx="883379" cy="925974"/>
          </a:xfrm>
          <a:custGeom>
            <a:avLst/>
            <a:gdLst>
              <a:gd name="connsiteX0" fmla="*/ 0 w 883379"/>
              <a:gd name="connsiteY0" fmla="*/ 0 h 925974"/>
              <a:gd name="connsiteX1" fmla="*/ 462987 w 883379"/>
              <a:gd name="connsiteY1" fmla="*/ 69448 h 925974"/>
              <a:gd name="connsiteX2" fmla="*/ 833377 w 883379"/>
              <a:gd name="connsiteY2" fmla="*/ 266217 h 925974"/>
              <a:gd name="connsiteX3" fmla="*/ 879676 w 883379"/>
              <a:gd name="connsiteY3" fmla="*/ 925974 h 925974"/>
              <a:gd name="connsiteX4" fmla="*/ 879676 w 883379"/>
              <a:gd name="connsiteY4" fmla="*/ 925974 h 92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3379" h="925974">
                <a:moveTo>
                  <a:pt x="0" y="0"/>
                </a:moveTo>
                <a:cubicBezTo>
                  <a:pt x="162045" y="12539"/>
                  <a:pt x="324091" y="25079"/>
                  <a:pt x="462987" y="69448"/>
                </a:cubicBezTo>
                <a:cubicBezTo>
                  <a:pt x="601883" y="113818"/>
                  <a:pt x="763929" y="123463"/>
                  <a:pt x="833377" y="266217"/>
                </a:cubicBezTo>
                <a:cubicBezTo>
                  <a:pt x="902825" y="408971"/>
                  <a:pt x="879676" y="925974"/>
                  <a:pt x="879676" y="925974"/>
                </a:cubicBezTo>
                <a:lnTo>
                  <a:pt x="879676" y="925974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4AC62E65-C449-D545-6D52-2BB087DFBF12}"/>
              </a:ext>
            </a:extLst>
          </p:cNvPr>
          <p:cNvSpPr/>
          <p:nvPr/>
        </p:nvSpPr>
        <p:spPr>
          <a:xfrm>
            <a:off x="7793629" y="3795714"/>
            <a:ext cx="729942" cy="925974"/>
          </a:xfrm>
          <a:custGeom>
            <a:avLst/>
            <a:gdLst>
              <a:gd name="connsiteX0" fmla="*/ 0 w 883379"/>
              <a:gd name="connsiteY0" fmla="*/ 0 h 925974"/>
              <a:gd name="connsiteX1" fmla="*/ 462987 w 883379"/>
              <a:gd name="connsiteY1" fmla="*/ 69448 h 925974"/>
              <a:gd name="connsiteX2" fmla="*/ 833377 w 883379"/>
              <a:gd name="connsiteY2" fmla="*/ 266217 h 925974"/>
              <a:gd name="connsiteX3" fmla="*/ 879676 w 883379"/>
              <a:gd name="connsiteY3" fmla="*/ 925974 h 925974"/>
              <a:gd name="connsiteX4" fmla="*/ 879676 w 883379"/>
              <a:gd name="connsiteY4" fmla="*/ 925974 h 92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3379" h="925974">
                <a:moveTo>
                  <a:pt x="0" y="0"/>
                </a:moveTo>
                <a:cubicBezTo>
                  <a:pt x="162045" y="12539"/>
                  <a:pt x="324091" y="25079"/>
                  <a:pt x="462987" y="69448"/>
                </a:cubicBezTo>
                <a:cubicBezTo>
                  <a:pt x="601883" y="113818"/>
                  <a:pt x="763929" y="123463"/>
                  <a:pt x="833377" y="266217"/>
                </a:cubicBezTo>
                <a:cubicBezTo>
                  <a:pt x="902825" y="408971"/>
                  <a:pt x="879676" y="925974"/>
                  <a:pt x="879676" y="925974"/>
                </a:cubicBezTo>
                <a:lnTo>
                  <a:pt x="879676" y="925974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93DBE7D-BAD7-5618-E0F3-887853D84D9E}"/>
              </a:ext>
            </a:extLst>
          </p:cNvPr>
          <p:cNvSpPr/>
          <p:nvPr/>
        </p:nvSpPr>
        <p:spPr>
          <a:xfrm>
            <a:off x="8432148" y="4525893"/>
            <a:ext cx="471635" cy="5125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70C2673-4266-D028-E819-CCB937E7E284}"/>
              </a:ext>
            </a:extLst>
          </p:cNvPr>
          <p:cNvSpPr txBox="1"/>
          <p:nvPr/>
        </p:nvSpPr>
        <p:spPr>
          <a:xfrm>
            <a:off x="7830453" y="5057104"/>
            <a:ext cx="15980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Keyance</a:t>
            </a:r>
            <a:endParaRPr lang="en-US" sz="1800" dirty="0"/>
          </a:p>
          <a:p>
            <a:pPr algn="ctr"/>
            <a:r>
              <a:rPr lang="en-US" sz="1200" dirty="0"/>
              <a:t>LK-G2000</a:t>
            </a: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90ED26CC-CB7D-A0AA-03F2-886E9E578B8E}"/>
              </a:ext>
            </a:extLst>
          </p:cNvPr>
          <p:cNvSpPr/>
          <p:nvPr/>
        </p:nvSpPr>
        <p:spPr>
          <a:xfrm>
            <a:off x="8912506" y="4791196"/>
            <a:ext cx="821803" cy="128200"/>
          </a:xfrm>
          <a:custGeom>
            <a:avLst/>
            <a:gdLst>
              <a:gd name="connsiteX0" fmla="*/ 0 w 821803"/>
              <a:gd name="connsiteY0" fmla="*/ 0 h 128200"/>
              <a:gd name="connsiteX1" fmla="*/ 277793 w 821803"/>
              <a:gd name="connsiteY1" fmla="*/ 127321 h 128200"/>
              <a:gd name="connsiteX2" fmla="*/ 821803 w 821803"/>
              <a:gd name="connsiteY2" fmla="*/ 46298 h 12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1803" h="128200">
                <a:moveTo>
                  <a:pt x="0" y="0"/>
                </a:moveTo>
                <a:cubicBezTo>
                  <a:pt x="70413" y="59802"/>
                  <a:pt x="140826" y="119605"/>
                  <a:pt x="277793" y="127321"/>
                </a:cubicBezTo>
                <a:cubicBezTo>
                  <a:pt x="414760" y="135037"/>
                  <a:pt x="618281" y="90667"/>
                  <a:pt x="821803" y="4629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6EAF8F-FAC2-AB90-79EC-67C12C0282C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306" t="58296" r="75508" b="15039"/>
          <a:stretch/>
        </p:blipFill>
        <p:spPr>
          <a:xfrm>
            <a:off x="2286200" y="4661087"/>
            <a:ext cx="1627321" cy="18286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14F29F-E2DA-D444-56C8-FDB4D98D59D7}"/>
              </a:ext>
            </a:extLst>
          </p:cNvPr>
          <p:cNvSpPr/>
          <p:nvPr/>
        </p:nvSpPr>
        <p:spPr>
          <a:xfrm rot="16200000">
            <a:off x="987300" y="5492080"/>
            <a:ext cx="1036587" cy="1029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Box 27">
            <a:extLst>
              <a:ext uri="{FF2B5EF4-FFF2-40B4-BE49-F238E27FC236}">
                <a16:creationId xmlns:a16="http://schemas.microsoft.com/office/drawing/2014/main" id="{3DF30411-D675-C436-55C0-80E6DC0DF447}"/>
              </a:ext>
            </a:extLst>
          </p:cNvPr>
          <p:cNvSpPr txBox="1"/>
          <p:nvPr/>
        </p:nvSpPr>
        <p:spPr>
          <a:xfrm>
            <a:off x="1680669" y="5025240"/>
            <a:ext cx="5549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/>
              <a:t>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722AC-A750-7DD4-7751-D0B997293D63}"/>
              </a:ext>
            </a:extLst>
          </p:cNvPr>
          <p:cNvSpPr txBox="1"/>
          <p:nvPr/>
        </p:nvSpPr>
        <p:spPr>
          <a:xfrm>
            <a:off x="1397811" y="4407332"/>
            <a:ext cx="2533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CONNECTOR EXAMPLE</a:t>
            </a:r>
          </a:p>
        </p:txBody>
      </p:sp>
    </p:spTree>
    <p:extLst>
      <p:ext uri="{BB962C8B-B14F-4D97-AF65-F5344CB8AC3E}">
        <p14:creationId xmlns:p14="http://schemas.microsoft.com/office/powerpoint/2010/main" val="3922029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PLORING THE FIRST SYMBOL IN THE PTOA LOGO - The Process Technology ...">
            <a:extLst>
              <a:ext uri="{FF2B5EF4-FFF2-40B4-BE49-F238E27FC236}">
                <a16:creationId xmlns:a16="http://schemas.microsoft.com/office/drawing/2014/main" id="{C1BF199C-0DD1-E77A-9215-621190F7C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4" t="30944" r="27210" b="24932"/>
          <a:stretch/>
        </p:blipFill>
        <p:spPr bwMode="auto">
          <a:xfrm>
            <a:off x="9543725" y="1813904"/>
            <a:ext cx="755375" cy="76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AD9FB9B-5F2F-7D5D-7873-6F87538DA0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98" t="6033" r="55743" b="9157"/>
          <a:stretch/>
        </p:blipFill>
        <p:spPr>
          <a:xfrm>
            <a:off x="6138604" y="4228599"/>
            <a:ext cx="806924" cy="163904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A0724E-FCA0-49FF-089B-75B477362269}"/>
              </a:ext>
            </a:extLst>
          </p:cNvPr>
          <p:cNvCxnSpPr>
            <a:cxnSpLocks/>
          </p:cNvCxnSpPr>
          <p:nvPr/>
        </p:nvCxnSpPr>
        <p:spPr>
          <a:xfrm flipH="1">
            <a:off x="3489340" y="3463322"/>
            <a:ext cx="2826972" cy="185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74539FA-1F00-D0F0-2D17-254F4BB98C33}"/>
              </a:ext>
            </a:extLst>
          </p:cNvPr>
          <p:cNvSpPr/>
          <p:nvPr/>
        </p:nvSpPr>
        <p:spPr>
          <a:xfrm>
            <a:off x="2991957" y="523949"/>
            <a:ext cx="5003079" cy="3356311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276A8A-1E32-45C8-2E90-BD1BC67ADA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3762" t="27733" r="29427" b="58785"/>
          <a:stretch/>
        </p:blipFill>
        <p:spPr>
          <a:xfrm>
            <a:off x="3666745" y="1751458"/>
            <a:ext cx="551038" cy="6980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7683C0-640D-6CD3-5C9D-7F906E2F5FFC}"/>
              </a:ext>
            </a:extLst>
          </p:cNvPr>
          <p:cNvSpPr/>
          <p:nvPr/>
        </p:nvSpPr>
        <p:spPr>
          <a:xfrm>
            <a:off x="4222266" y="4573283"/>
            <a:ext cx="402336" cy="1280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275D74-0BEA-3EB6-E3D6-08CBDD99C61D}"/>
              </a:ext>
            </a:extLst>
          </p:cNvPr>
          <p:cNvCxnSpPr>
            <a:cxnSpLocks/>
          </p:cNvCxnSpPr>
          <p:nvPr/>
        </p:nvCxnSpPr>
        <p:spPr>
          <a:xfrm flipH="1">
            <a:off x="3011151" y="1421277"/>
            <a:ext cx="275243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0B02798-0516-1636-CFB9-F99BD34D84DF}"/>
              </a:ext>
            </a:extLst>
          </p:cNvPr>
          <p:cNvSpPr/>
          <p:nvPr/>
        </p:nvSpPr>
        <p:spPr>
          <a:xfrm>
            <a:off x="4186902" y="3463322"/>
            <a:ext cx="137626" cy="1133856"/>
          </a:xfrm>
          <a:custGeom>
            <a:avLst/>
            <a:gdLst>
              <a:gd name="connsiteX0" fmla="*/ 137626 w 137626"/>
              <a:gd name="connsiteY0" fmla="*/ 1133856 h 1133856"/>
              <a:gd name="connsiteX1" fmla="*/ 3514 w 137626"/>
              <a:gd name="connsiteY1" fmla="*/ 707136 h 1133856"/>
              <a:gd name="connsiteX2" fmla="*/ 52282 w 137626"/>
              <a:gd name="connsiteY2" fmla="*/ 0 h 113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626" h="1133856">
                <a:moveTo>
                  <a:pt x="137626" y="1133856"/>
                </a:moveTo>
                <a:cubicBezTo>
                  <a:pt x="77682" y="1014984"/>
                  <a:pt x="17738" y="896112"/>
                  <a:pt x="3514" y="707136"/>
                </a:cubicBezTo>
                <a:cubicBezTo>
                  <a:pt x="-10710" y="518160"/>
                  <a:pt x="20786" y="259080"/>
                  <a:pt x="52282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35B7315-2829-EC30-1E2E-052D2409CF4D}"/>
              </a:ext>
            </a:extLst>
          </p:cNvPr>
          <p:cNvCxnSpPr>
            <a:cxnSpLocks/>
          </p:cNvCxnSpPr>
          <p:nvPr/>
        </p:nvCxnSpPr>
        <p:spPr>
          <a:xfrm>
            <a:off x="5911723" y="3452531"/>
            <a:ext cx="0" cy="22181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03837F7-8ED6-61C1-D6EA-7859DF289A0E}"/>
              </a:ext>
            </a:extLst>
          </p:cNvPr>
          <p:cNvSpPr/>
          <p:nvPr/>
        </p:nvSpPr>
        <p:spPr>
          <a:xfrm>
            <a:off x="4624162" y="3452531"/>
            <a:ext cx="450226" cy="1097280"/>
          </a:xfrm>
          <a:custGeom>
            <a:avLst/>
            <a:gdLst>
              <a:gd name="connsiteX0" fmla="*/ 0 w 1214299"/>
              <a:gd name="connsiteY0" fmla="*/ 704787 h 704787"/>
              <a:gd name="connsiteX1" fmla="*/ 158496 w 1214299"/>
              <a:gd name="connsiteY1" fmla="*/ 448755 h 704787"/>
              <a:gd name="connsiteX2" fmla="*/ 853440 w 1214299"/>
              <a:gd name="connsiteY2" fmla="*/ 485331 h 704787"/>
              <a:gd name="connsiteX3" fmla="*/ 1182624 w 1214299"/>
              <a:gd name="connsiteY3" fmla="*/ 46419 h 704787"/>
              <a:gd name="connsiteX4" fmla="*/ 1182624 w 1214299"/>
              <a:gd name="connsiteY4" fmla="*/ 34227 h 704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4299" h="704787">
                <a:moveTo>
                  <a:pt x="0" y="704787"/>
                </a:moveTo>
                <a:cubicBezTo>
                  <a:pt x="8128" y="595059"/>
                  <a:pt x="16256" y="485331"/>
                  <a:pt x="158496" y="448755"/>
                </a:cubicBezTo>
                <a:cubicBezTo>
                  <a:pt x="300736" y="412179"/>
                  <a:pt x="682752" y="552387"/>
                  <a:pt x="853440" y="485331"/>
                </a:cubicBezTo>
                <a:cubicBezTo>
                  <a:pt x="1024128" y="418275"/>
                  <a:pt x="1127760" y="121603"/>
                  <a:pt x="1182624" y="46419"/>
                </a:cubicBezTo>
                <a:cubicBezTo>
                  <a:pt x="1237488" y="-28765"/>
                  <a:pt x="1210056" y="2731"/>
                  <a:pt x="1182624" y="3422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B24157D-9B96-46D7-A179-65D83199A3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2383621" y="2363339"/>
            <a:ext cx="1733250" cy="478188"/>
          </a:xfrm>
          <a:prstGeom prst="bentConnector3">
            <a:avLst>
              <a:gd name="adj1" fmla="val 10339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52DFF9BC-6751-D335-1FF3-FC5E54BDF7AD}"/>
              </a:ext>
            </a:extLst>
          </p:cNvPr>
          <p:cNvSpPr/>
          <p:nvPr/>
        </p:nvSpPr>
        <p:spPr>
          <a:xfrm rot="16200000">
            <a:off x="2874680" y="1551097"/>
            <a:ext cx="591410" cy="11140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687C1A2-A4C6-0256-11AF-AB7E859A8F70}"/>
              </a:ext>
            </a:extLst>
          </p:cNvPr>
          <p:cNvCxnSpPr/>
          <p:nvPr/>
        </p:nvCxnSpPr>
        <p:spPr>
          <a:xfrm flipH="1">
            <a:off x="5911723" y="4814322"/>
            <a:ext cx="2466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0756254-E288-45F0-2474-2490290936D9}"/>
              </a:ext>
            </a:extLst>
          </p:cNvPr>
          <p:cNvCxnSpPr>
            <a:cxnSpLocks/>
          </p:cNvCxnSpPr>
          <p:nvPr/>
        </p:nvCxnSpPr>
        <p:spPr>
          <a:xfrm flipH="1">
            <a:off x="5910017" y="5590130"/>
            <a:ext cx="289949" cy="154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8C883AD-2E2D-88C5-B65B-3AAC4B7EA0CC}"/>
              </a:ext>
            </a:extLst>
          </p:cNvPr>
          <p:cNvSpPr/>
          <p:nvPr/>
        </p:nvSpPr>
        <p:spPr>
          <a:xfrm>
            <a:off x="3969322" y="4415295"/>
            <a:ext cx="1036587" cy="856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B9589D9A-026F-2E58-9D03-29F1B4C4BFEC}"/>
              </a:ext>
            </a:extLst>
          </p:cNvPr>
          <p:cNvSpPr/>
          <p:nvPr/>
        </p:nvSpPr>
        <p:spPr>
          <a:xfrm>
            <a:off x="3998464" y="2473022"/>
            <a:ext cx="373971" cy="2112453"/>
          </a:xfrm>
          <a:custGeom>
            <a:avLst/>
            <a:gdLst>
              <a:gd name="connsiteX0" fmla="*/ 8212 w 403839"/>
              <a:gd name="connsiteY0" fmla="*/ 0 h 1865376"/>
              <a:gd name="connsiteX1" fmla="*/ 8212 w 403839"/>
              <a:gd name="connsiteY1" fmla="*/ 60960 h 1865376"/>
              <a:gd name="connsiteX2" fmla="*/ 93556 w 403839"/>
              <a:gd name="connsiteY2" fmla="*/ 316992 h 1865376"/>
              <a:gd name="connsiteX3" fmla="*/ 386164 w 403839"/>
              <a:gd name="connsiteY3" fmla="*/ 609600 h 1865376"/>
              <a:gd name="connsiteX4" fmla="*/ 373972 w 403839"/>
              <a:gd name="connsiteY4" fmla="*/ 1255776 h 1865376"/>
              <a:gd name="connsiteX5" fmla="*/ 398356 w 403839"/>
              <a:gd name="connsiteY5" fmla="*/ 1865376 h 1865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39" h="1865376">
                <a:moveTo>
                  <a:pt x="8212" y="0"/>
                </a:moveTo>
                <a:cubicBezTo>
                  <a:pt x="1100" y="4064"/>
                  <a:pt x="-6012" y="8128"/>
                  <a:pt x="8212" y="60960"/>
                </a:cubicBezTo>
                <a:cubicBezTo>
                  <a:pt x="22436" y="113792"/>
                  <a:pt x="30564" y="225552"/>
                  <a:pt x="93556" y="316992"/>
                </a:cubicBezTo>
                <a:cubicBezTo>
                  <a:pt x="156548" y="408432"/>
                  <a:pt x="339428" y="453136"/>
                  <a:pt x="386164" y="609600"/>
                </a:cubicBezTo>
                <a:cubicBezTo>
                  <a:pt x="432900" y="766064"/>
                  <a:pt x="371940" y="1046480"/>
                  <a:pt x="373972" y="1255776"/>
                </a:cubicBezTo>
                <a:cubicBezTo>
                  <a:pt x="376004" y="1465072"/>
                  <a:pt x="387180" y="1665224"/>
                  <a:pt x="398356" y="1865376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8FCFF8D1-50DC-6828-7B20-B1847CB7C66F}"/>
              </a:ext>
            </a:extLst>
          </p:cNvPr>
          <p:cNvSpPr/>
          <p:nvPr/>
        </p:nvSpPr>
        <p:spPr>
          <a:xfrm>
            <a:off x="4372436" y="3226026"/>
            <a:ext cx="1910722" cy="2128120"/>
          </a:xfrm>
          <a:custGeom>
            <a:avLst/>
            <a:gdLst>
              <a:gd name="connsiteX0" fmla="*/ 0 w 1910722"/>
              <a:gd name="connsiteY0" fmla="*/ 18329 h 2128120"/>
              <a:gd name="connsiteX1" fmla="*/ 646176 w 1910722"/>
              <a:gd name="connsiteY1" fmla="*/ 6137 h 2128120"/>
              <a:gd name="connsiteX2" fmla="*/ 1182624 w 1910722"/>
              <a:gd name="connsiteY2" fmla="*/ 103673 h 2128120"/>
              <a:gd name="connsiteX3" fmla="*/ 1060704 w 1910722"/>
              <a:gd name="connsiteY3" fmla="*/ 664505 h 2128120"/>
              <a:gd name="connsiteX4" fmla="*/ 1011936 w 1910722"/>
              <a:gd name="connsiteY4" fmla="*/ 1615481 h 2128120"/>
              <a:gd name="connsiteX5" fmla="*/ 1133856 w 1910722"/>
              <a:gd name="connsiteY5" fmla="*/ 2103161 h 2128120"/>
              <a:gd name="connsiteX6" fmla="*/ 1853184 w 1910722"/>
              <a:gd name="connsiteY6" fmla="*/ 2054393 h 2128120"/>
              <a:gd name="connsiteX7" fmla="*/ 1865376 w 1910722"/>
              <a:gd name="connsiteY7" fmla="*/ 2030009 h 2128120"/>
              <a:gd name="connsiteX8" fmla="*/ 1865376 w 1910722"/>
              <a:gd name="connsiteY8" fmla="*/ 2030009 h 2128120"/>
              <a:gd name="connsiteX9" fmla="*/ 1804416 w 1910722"/>
              <a:gd name="connsiteY9" fmla="*/ 2005625 h 212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10722" h="2128120">
                <a:moveTo>
                  <a:pt x="0" y="18329"/>
                </a:moveTo>
                <a:cubicBezTo>
                  <a:pt x="224536" y="5121"/>
                  <a:pt x="449072" y="-8087"/>
                  <a:pt x="646176" y="6137"/>
                </a:cubicBezTo>
                <a:cubicBezTo>
                  <a:pt x="843280" y="20361"/>
                  <a:pt x="1113536" y="-6055"/>
                  <a:pt x="1182624" y="103673"/>
                </a:cubicBezTo>
                <a:cubicBezTo>
                  <a:pt x="1251712" y="213401"/>
                  <a:pt x="1089152" y="412537"/>
                  <a:pt x="1060704" y="664505"/>
                </a:cubicBezTo>
                <a:cubicBezTo>
                  <a:pt x="1032256" y="916473"/>
                  <a:pt x="999744" y="1375705"/>
                  <a:pt x="1011936" y="1615481"/>
                </a:cubicBezTo>
                <a:cubicBezTo>
                  <a:pt x="1024128" y="1855257"/>
                  <a:pt x="993648" y="2030009"/>
                  <a:pt x="1133856" y="2103161"/>
                </a:cubicBezTo>
                <a:cubicBezTo>
                  <a:pt x="1274064" y="2176313"/>
                  <a:pt x="1731264" y="2066585"/>
                  <a:pt x="1853184" y="2054393"/>
                </a:cubicBezTo>
                <a:cubicBezTo>
                  <a:pt x="1975104" y="2042201"/>
                  <a:pt x="1865376" y="2030009"/>
                  <a:pt x="1865376" y="2030009"/>
                </a:cubicBezTo>
                <a:lnTo>
                  <a:pt x="1865376" y="2030009"/>
                </a:lnTo>
                <a:lnTo>
                  <a:pt x="1804416" y="2005625"/>
                </a:ln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6AE99D9E-F972-5E61-57B0-6B73255B650D}"/>
              </a:ext>
            </a:extLst>
          </p:cNvPr>
          <p:cNvSpPr/>
          <p:nvPr/>
        </p:nvSpPr>
        <p:spPr>
          <a:xfrm>
            <a:off x="4542214" y="2457573"/>
            <a:ext cx="903439" cy="2091326"/>
          </a:xfrm>
          <a:custGeom>
            <a:avLst/>
            <a:gdLst>
              <a:gd name="connsiteX0" fmla="*/ 890926 w 903439"/>
              <a:gd name="connsiteY0" fmla="*/ 0 h 1755648"/>
              <a:gd name="connsiteX1" fmla="*/ 829966 w 903439"/>
              <a:gd name="connsiteY1" fmla="*/ 292608 h 1755648"/>
              <a:gd name="connsiteX2" fmla="*/ 330094 w 903439"/>
              <a:gd name="connsiteY2" fmla="*/ 548640 h 1755648"/>
              <a:gd name="connsiteX3" fmla="*/ 37486 w 903439"/>
              <a:gd name="connsiteY3" fmla="*/ 1243584 h 1755648"/>
              <a:gd name="connsiteX4" fmla="*/ 13102 w 903439"/>
              <a:gd name="connsiteY4" fmla="*/ 1755648 h 1755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3439" h="1755648">
                <a:moveTo>
                  <a:pt x="890926" y="0"/>
                </a:moveTo>
                <a:cubicBezTo>
                  <a:pt x="907182" y="100584"/>
                  <a:pt x="923438" y="201168"/>
                  <a:pt x="829966" y="292608"/>
                </a:cubicBezTo>
                <a:cubicBezTo>
                  <a:pt x="736494" y="384048"/>
                  <a:pt x="462174" y="390144"/>
                  <a:pt x="330094" y="548640"/>
                </a:cubicBezTo>
                <a:cubicBezTo>
                  <a:pt x="198014" y="707136"/>
                  <a:pt x="90318" y="1042416"/>
                  <a:pt x="37486" y="1243584"/>
                </a:cubicBezTo>
                <a:cubicBezTo>
                  <a:pt x="-15346" y="1444752"/>
                  <a:pt x="-1122" y="1600200"/>
                  <a:pt x="13102" y="1755648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07186AF4-C6A6-A809-2B6C-D729963E19A3}"/>
              </a:ext>
            </a:extLst>
          </p:cNvPr>
          <p:cNvSpPr/>
          <p:nvPr/>
        </p:nvSpPr>
        <p:spPr>
          <a:xfrm>
            <a:off x="5148991" y="2913645"/>
            <a:ext cx="1128038" cy="1557458"/>
          </a:xfrm>
          <a:custGeom>
            <a:avLst/>
            <a:gdLst>
              <a:gd name="connsiteX0" fmla="*/ 0 w 743712"/>
              <a:gd name="connsiteY0" fmla="*/ 0 h 1536192"/>
              <a:gd name="connsiteX1" fmla="*/ 329184 w 743712"/>
              <a:gd name="connsiteY1" fmla="*/ 219456 h 1536192"/>
              <a:gd name="connsiteX2" fmla="*/ 280416 w 743712"/>
              <a:gd name="connsiteY2" fmla="*/ 1109472 h 1536192"/>
              <a:gd name="connsiteX3" fmla="*/ 268224 w 743712"/>
              <a:gd name="connsiteY3" fmla="*/ 1463040 h 1536192"/>
              <a:gd name="connsiteX4" fmla="*/ 743712 w 743712"/>
              <a:gd name="connsiteY4" fmla="*/ 1536192 h 1536192"/>
              <a:gd name="connsiteX0" fmla="*/ 0 w 1176021"/>
              <a:gd name="connsiteY0" fmla="*/ 0 h 1557458"/>
              <a:gd name="connsiteX1" fmla="*/ 761493 w 1176021"/>
              <a:gd name="connsiteY1" fmla="*/ 240722 h 1557458"/>
              <a:gd name="connsiteX2" fmla="*/ 712725 w 1176021"/>
              <a:gd name="connsiteY2" fmla="*/ 1130738 h 1557458"/>
              <a:gd name="connsiteX3" fmla="*/ 700533 w 1176021"/>
              <a:gd name="connsiteY3" fmla="*/ 1484306 h 1557458"/>
              <a:gd name="connsiteX4" fmla="*/ 1176021 w 1176021"/>
              <a:gd name="connsiteY4" fmla="*/ 1557458 h 155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6021" h="1557458">
                <a:moveTo>
                  <a:pt x="0" y="0"/>
                </a:moveTo>
                <a:cubicBezTo>
                  <a:pt x="141224" y="17272"/>
                  <a:pt x="642706" y="52266"/>
                  <a:pt x="761493" y="240722"/>
                </a:cubicBezTo>
                <a:cubicBezTo>
                  <a:pt x="880281" y="429178"/>
                  <a:pt x="722885" y="923474"/>
                  <a:pt x="712725" y="1130738"/>
                </a:cubicBezTo>
                <a:cubicBezTo>
                  <a:pt x="702565" y="1338002"/>
                  <a:pt x="623317" y="1413186"/>
                  <a:pt x="700533" y="1484306"/>
                </a:cubicBezTo>
                <a:cubicBezTo>
                  <a:pt x="777749" y="1555426"/>
                  <a:pt x="976885" y="1556442"/>
                  <a:pt x="1176021" y="1557458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59A91F2A-8266-9DBE-4347-25447E05E78E}"/>
              </a:ext>
            </a:extLst>
          </p:cNvPr>
          <p:cNvCxnSpPr>
            <a:cxnSpLocks/>
          </p:cNvCxnSpPr>
          <p:nvPr/>
        </p:nvCxnSpPr>
        <p:spPr>
          <a:xfrm>
            <a:off x="6316312" y="3445350"/>
            <a:ext cx="0" cy="7616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A211DC4-22C5-60CF-D207-0EB618C87285}"/>
              </a:ext>
            </a:extLst>
          </p:cNvPr>
          <p:cNvSpPr/>
          <p:nvPr/>
        </p:nvSpPr>
        <p:spPr>
          <a:xfrm>
            <a:off x="4112404" y="3580233"/>
            <a:ext cx="1036587" cy="1273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7A0AB42F-E844-63EF-E539-E6B6A7BDBC7F}"/>
              </a:ext>
            </a:extLst>
          </p:cNvPr>
          <p:cNvCxnSpPr>
            <a:cxnSpLocks/>
          </p:cNvCxnSpPr>
          <p:nvPr/>
        </p:nvCxnSpPr>
        <p:spPr>
          <a:xfrm>
            <a:off x="6462548" y="3652787"/>
            <a:ext cx="0" cy="5649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3132E3F-C50A-93EA-731B-0731B6E24316}"/>
              </a:ext>
            </a:extLst>
          </p:cNvPr>
          <p:cNvSpPr/>
          <p:nvPr/>
        </p:nvSpPr>
        <p:spPr>
          <a:xfrm>
            <a:off x="6660809" y="1702202"/>
            <a:ext cx="708892" cy="12983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02F2BFF-9922-2BA8-76CB-9CFE7097A448}"/>
              </a:ext>
            </a:extLst>
          </p:cNvPr>
          <p:cNvSpPr txBox="1"/>
          <p:nvPr/>
        </p:nvSpPr>
        <p:spPr>
          <a:xfrm>
            <a:off x="6585418" y="1981991"/>
            <a:ext cx="8574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Motor</a:t>
            </a:r>
          </a:p>
          <a:p>
            <a:pPr algn="ctr"/>
            <a:r>
              <a:rPr lang="en-US" sz="1200" dirty="0"/>
              <a:t>Controller</a:t>
            </a:r>
          </a:p>
          <a:p>
            <a:pPr algn="ctr"/>
            <a:r>
              <a:rPr lang="en-US" sz="1200" dirty="0" err="1"/>
              <a:t>Pololu</a:t>
            </a:r>
            <a:endParaRPr lang="en-US" sz="1200" dirty="0"/>
          </a:p>
          <a:p>
            <a:pPr algn="ctr"/>
            <a:r>
              <a:rPr lang="en-US" sz="1200" dirty="0"/>
              <a:t>18V7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4B1F9CAF-945B-46AA-D9AE-F8E85A0F1EA4}"/>
              </a:ext>
            </a:extLst>
          </p:cNvPr>
          <p:cNvCxnSpPr>
            <a:cxnSpLocks/>
          </p:cNvCxnSpPr>
          <p:nvPr/>
        </p:nvCxnSpPr>
        <p:spPr>
          <a:xfrm flipV="1">
            <a:off x="7388849" y="1991126"/>
            <a:ext cx="2364751" cy="26035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C8588C13-8D3D-2AE3-1245-88ED607B6E8B}"/>
              </a:ext>
            </a:extLst>
          </p:cNvPr>
          <p:cNvCxnSpPr>
            <a:cxnSpLocks/>
          </p:cNvCxnSpPr>
          <p:nvPr/>
        </p:nvCxnSpPr>
        <p:spPr>
          <a:xfrm>
            <a:off x="7388849" y="2317847"/>
            <a:ext cx="220308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412DC8E8-53BB-A241-C504-2BB355D6CEA9}"/>
              </a:ext>
            </a:extLst>
          </p:cNvPr>
          <p:cNvSpPr txBox="1"/>
          <p:nvPr/>
        </p:nvSpPr>
        <p:spPr>
          <a:xfrm>
            <a:off x="8136145" y="1751458"/>
            <a:ext cx="49564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Left</a:t>
            </a:r>
          </a:p>
          <a:p>
            <a:endParaRPr lang="en-US" sz="1100" dirty="0"/>
          </a:p>
          <a:p>
            <a:r>
              <a:rPr lang="en-US" sz="1100" dirty="0"/>
              <a:t>Right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8EF95C6-93B6-63E4-D8C6-C85E3CAF1273}"/>
              </a:ext>
            </a:extLst>
          </p:cNvPr>
          <p:cNvSpPr/>
          <p:nvPr/>
        </p:nvSpPr>
        <p:spPr>
          <a:xfrm rot="16200000">
            <a:off x="7404579" y="2122330"/>
            <a:ext cx="668524" cy="1564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9FA5918-88AB-CC02-5059-6F9C5801BA9D}"/>
              </a:ext>
            </a:extLst>
          </p:cNvPr>
          <p:cNvSpPr txBox="1"/>
          <p:nvPr/>
        </p:nvSpPr>
        <p:spPr>
          <a:xfrm>
            <a:off x="3555223" y="4984814"/>
            <a:ext cx="65755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DUT </a:t>
            </a:r>
          </a:p>
          <a:p>
            <a:r>
              <a:rPr lang="en-US" sz="1200" dirty="0"/>
              <a:t>Sensor</a:t>
            </a:r>
          </a:p>
          <a:p>
            <a:r>
              <a:rPr lang="en-US" sz="1200" dirty="0"/>
              <a:t>x4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C5ACEF96-2543-8F41-7249-C99A21E4EBAE}"/>
              </a:ext>
            </a:extLst>
          </p:cNvPr>
          <p:cNvSpPr txBox="1"/>
          <p:nvPr/>
        </p:nvSpPr>
        <p:spPr>
          <a:xfrm>
            <a:off x="6054991" y="5860553"/>
            <a:ext cx="8771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DataQ</a:t>
            </a:r>
            <a:r>
              <a:rPr lang="en-US" dirty="0"/>
              <a:t> </a:t>
            </a:r>
          </a:p>
          <a:p>
            <a:r>
              <a:rPr lang="en-US" sz="1200" dirty="0"/>
              <a:t>DI-2108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51756C2F-72DE-7509-406B-9B3C1C5D749A}"/>
              </a:ext>
            </a:extLst>
          </p:cNvPr>
          <p:cNvSpPr txBox="1"/>
          <p:nvPr/>
        </p:nvSpPr>
        <p:spPr>
          <a:xfrm>
            <a:off x="5768017" y="2591857"/>
            <a:ext cx="71615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Buffer/</a:t>
            </a:r>
          </a:p>
          <a:p>
            <a:pPr algn="ctr"/>
            <a:r>
              <a:rPr lang="en-US" sz="1400" dirty="0"/>
              <a:t>Scaler</a:t>
            </a:r>
          </a:p>
          <a:p>
            <a:pPr algn="ctr"/>
            <a:r>
              <a:rPr lang="en-US" sz="1400" dirty="0"/>
              <a:t>x8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549C7F3-37EA-BC64-2DDB-E71BC6EFA25E}"/>
              </a:ext>
            </a:extLst>
          </p:cNvPr>
          <p:cNvSpPr/>
          <p:nvPr/>
        </p:nvSpPr>
        <p:spPr>
          <a:xfrm>
            <a:off x="5346027" y="3609404"/>
            <a:ext cx="1520939" cy="1273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E0834C-7D85-BB13-BC9F-94DA32ABFC07}"/>
              </a:ext>
            </a:extLst>
          </p:cNvPr>
          <p:cNvSpPr txBox="1"/>
          <p:nvPr/>
        </p:nvSpPr>
        <p:spPr>
          <a:xfrm>
            <a:off x="6408141" y="3978577"/>
            <a:ext cx="598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+5Vdc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1CD7499-0A7D-1868-2028-16AD3631EBB2}"/>
              </a:ext>
            </a:extLst>
          </p:cNvPr>
          <p:cNvCxnSpPr>
            <a:cxnSpLocks/>
          </p:cNvCxnSpPr>
          <p:nvPr/>
        </p:nvCxnSpPr>
        <p:spPr>
          <a:xfrm>
            <a:off x="3011151" y="706358"/>
            <a:ext cx="3620516" cy="1423400"/>
          </a:xfrm>
          <a:prstGeom prst="bentConnector3">
            <a:avLst>
              <a:gd name="adj1" fmla="val 8975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83A1D8A-482E-232F-EF17-0E66ED723FA6}"/>
              </a:ext>
            </a:extLst>
          </p:cNvPr>
          <p:cNvCxnSpPr>
            <a:cxnSpLocks/>
          </p:cNvCxnSpPr>
          <p:nvPr/>
        </p:nvCxnSpPr>
        <p:spPr>
          <a:xfrm>
            <a:off x="2991957" y="899575"/>
            <a:ext cx="3639710" cy="1456304"/>
          </a:xfrm>
          <a:prstGeom prst="bentConnector3">
            <a:avLst>
              <a:gd name="adj1" fmla="val 86046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Water, level, sensor, technology, system, sensors, detection icon ...">
            <a:extLst>
              <a:ext uri="{FF2B5EF4-FFF2-40B4-BE49-F238E27FC236}">
                <a16:creationId xmlns:a16="http://schemas.microsoft.com/office/drawing/2014/main" id="{448FCFB3-C032-E7C9-107B-8257641CA2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64" b="48976"/>
          <a:stretch/>
        </p:blipFill>
        <p:spPr bwMode="auto">
          <a:xfrm>
            <a:off x="9591933" y="4056018"/>
            <a:ext cx="772248" cy="718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aptop icon vector. computer illustration sign. PC symbol or logo ...">
            <a:extLst>
              <a:ext uri="{FF2B5EF4-FFF2-40B4-BE49-F238E27FC236}">
                <a16:creationId xmlns:a16="http://schemas.microsoft.com/office/drawing/2014/main" id="{78639909-E65B-EBD0-B805-D42C9D824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84" y="4710717"/>
            <a:ext cx="1961794" cy="2062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17C25CA4-08C7-8D0F-8484-3A9DD62E8739}"/>
              </a:ext>
            </a:extLst>
          </p:cNvPr>
          <p:cNvSpPr/>
          <p:nvPr/>
        </p:nvSpPr>
        <p:spPr>
          <a:xfrm>
            <a:off x="7738841" y="4153590"/>
            <a:ext cx="1034061" cy="5439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USB Hub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162BB8-36E4-13CA-3A98-345A4D24F6BF}"/>
              </a:ext>
            </a:extLst>
          </p:cNvPr>
          <p:cNvSpPr txBox="1"/>
          <p:nvPr/>
        </p:nvSpPr>
        <p:spPr>
          <a:xfrm>
            <a:off x="9543725" y="4761692"/>
            <a:ext cx="7838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Laser </a:t>
            </a:r>
            <a:endParaRPr lang="en-US" sz="1200" dirty="0"/>
          </a:p>
          <a:p>
            <a:r>
              <a:rPr lang="en-US" sz="1200" dirty="0" err="1"/>
              <a:t>Keyance</a:t>
            </a:r>
            <a:endParaRPr lang="en-US" sz="1200" dirty="0"/>
          </a:p>
          <a:p>
            <a:r>
              <a:rPr lang="en-US" sz="1200" dirty="0"/>
              <a:t>LG-K</a:t>
            </a:r>
            <a:endParaRPr lang="en-US" dirty="0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4D0C022C-3F26-AD54-57CC-FAE5EA6225AC}"/>
              </a:ext>
            </a:extLst>
          </p:cNvPr>
          <p:cNvCxnSpPr>
            <a:cxnSpLocks/>
            <a:endCxn id="43" idx="0"/>
          </p:cNvCxnSpPr>
          <p:nvPr/>
        </p:nvCxnSpPr>
        <p:spPr>
          <a:xfrm rot="16200000" flipH="1">
            <a:off x="7092875" y="2990593"/>
            <a:ext cx="1224900" cy="110109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F35A103-ACC9-4420-B1EA-96F63C987545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6945528" y="4425557"/>
            <a:ext cx="793313" cy="19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C1563EA-54E2-82BE-8C41-7A15039CEA95}"/>
              </a:ext>
            </a:extLst>
          </p:cNvPr>
          <p:cNvCxnSpPr>
            <a:stCxn id="43" idx="3"/>
          </p:cNvCxnSpPr>
          <p:nvPr/>
        </p:nvCxnSpPr>
        <p:spPr>
          <a:xfrm flipV="1">
            <a:off x="8772902" y="4393955"/>
            <a:ext cx="980698" cy="316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B882A94-66D5-314B-CE92-FD0275118606}"/>
              </a:ext>
            </a:extLst>
          </p:cNvPr>
          <p:cNvCxnSpPr>
            <a:cxnSpLocks/>
          </p:cNvCxnSpPr>
          <p:nvPr/>
        </p:nvCxnSpPr>
        <p:spPr>
          <a:xfrm flipV="1">
            <a:off x="8268730" y="4742259"/>
            <a:ext cx="1" cy="388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725B988-41A7-E851-FFA5-D153B76EBF79}"/>
              </a:ext>
            </a:extLst>
          </p:cNvPr>
          <p:cNvSpPr/>
          <p:nvPr/>
        </p:nvSpPr>
        <p:spPr>
          <a:xfrm rot="16200000">
            <a:off x="2870874" y="832749"/>
            <a:ext cx="591410" cy="11140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F7A101-03BB-E932-3102-B5C7062222C4}"/>
              </a:ext>
            </a:extLst>
          </p:cNvPr>
          <p:cNvSpPr txBox="1"/>
          <p:nvPr/>
        </p:nvSpPr>
        <p:spPr>
          <a:xfrm>
            <a:off x="2103724" y="522334"/>
            <a:ext cx="91954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24Vdc</a:t>
            </a:r>
          </a:p>
          <a:p>
            <a:pPr algn="ctr"/>
            <a:r>
              <a:rPr lang="en-US" sz="1200" dirty="0"/>
              <a:t>SMPS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24Vdc</a:t>
            </a:r>
          </a:p>
          <a:p>
            <a:pPr algn="ctr"/>
            <a:r>
              <a:rPr lang="en-US" sz="1200" dirty="0"/>
              <a:t>Instrument</a:t>
            </a:r>
          </a:p>
          <a:p>
            <a:pPr algn="ctr"/>
            <a:r>
              <a:rPr lang="en-US" sz="1200" dirty="0"/>
              <a:t>Power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EF2A9D5C-1696-44D1-F3BC-9B7E6103973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3762" t="27733" r="29427" b="58785"/>
          <a:stretch/>
        </p:blipFill>
        <p:spPr>
          <a:xfrm>
            <a:off x="5070005" y="1749093"/>
            <a:ext cx="551038" cy="69809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A6F8EC0-4D0E-FB2D-535E-A976DF7D595C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936721" y="1396757"/>
            <a:ext cx="5543" cy="3547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27D2D12-5034-B88C-0BE0-6949291254E1}"/>
              </a:ext>
            </a:extLst>
          </p:cNvPr>
          <p:cNvCxnSpPr>
            <a:cxnSpLocks/>
          </p:cNvCxnSpPr>
          <p:nvPr/>
        </p:nvCxnSpPr>
        <p:spPr>
          <a:xfrm>
            <a:off x="5327797" y="1418058"/>
            <a:ext cx="18230" cy="3451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EDFBD18-5615-2FF7-4B0A-0452C296605A}"/>
              </a:ext>
            </a:extLst>
          </p:cNvPr>
          <p:cNvSpPr txBox="1"/>
          <p:nvPr/>
        </p:nvSpPr>
        <p:spPr>
          <a:xfrm>
            <a:off x="9543725" y="2460561"/>
            <a:ext cx="10254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Pump </a:t>
            </a:r>
            <a:endParaRPr lang="en-US" sz="1200" dirty="0"/>
          </a:p>
          <a:p>
            <a:pPr algn="ctr"/>
            <a:r>
              <a:rPr lang="en-US" sz="1200" dirty="0"/>
              <a:t>4A DC Motor</a:t>
            </a:r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2A853C1-5D04-E4C9-6660-278465840829}"/>
              </a:ext>
            </a:extLst>
          </p:cNvPr>
          <p:cNvSpPr txBox="1"/>
          <p:nvPr/>
        </p:nvSpPr>
        <p:spPr>
          <a:xfrm>
            <a:off x="7797599" y="5223357"/>
            <a:ext cx="11002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LV Win11</a:t>
            </a:r>
          </a:p>
          <a:p>
            <a:r>
              <a:rPr lang="en-US" sz="1200" dirty="0"/>
              <a:t>Workstation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2252771-877D-CD9E-255A-4986C4073FC0}"/>
              </a:ext>
            </a:extLst>
          </p:cNvPr>
          <p:cNvSpPr txBox="1"/>
          <p:nvPr/>
        </p:nvSpPr>
        <p:spPr>
          <a:xfrm>
            <a:off x="6377417" y="682611"/>
            <a:ext cx="15547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Interface PCB</a:t>
            </a:r>
          </a:p>
          <a:p>
            <a:pPr algn="ctr"/>
            <a:r>
              <a:rPr lang="en-US" sz="1200" dirty="0"/>
              <a:t>Custom Unit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AC3DED35-8301-3BB9-D105-2073E0A594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7618" y="3057358"/>
            <a:ext cx="394649" cy="384055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DAB7BEA8-E02F-EC5C-937A-FC6756781E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219" y="2836393"/>
            <a:ext cx="394649" cy="384055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BD95B64A-CCC1-137C-BDAE-45171FBF51A4}"/>
              </a:ext>
            </a:extLst>
          </p:cNvPr>
          <p:cNvSpPr txBox="1"/>
          <p:nvPr/>
        </p:nvSpPr>
        <p:spPr>
          <a:xfrm>
            <a:off x="4368229" y="2146062"/>
            <a:ext cx="8250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14ma </a:t>
            </a:r>
          </a:p>
          <a:p>
            <a:pPr algn="ctr"/>
            <a:r>
              <a:rPr lang="en-US" sz="1400" dirty="0"/>
              <a:t>I-source</a:t>
            </a:r>
          </a:p>
          <a:p>
            <a:pPr algn="ctr"/>
            <a:r>
              <a:rPr lang="en-US" sz="1400" dirty="0"/>
              <a:t>x8</a:t>
            </a:r>
          </a:p>
        </p:txBody>
      </p:sp>
      <p:sp>
        <p:nvSpPr>
          <p:cNvPr id="95" name="Speech Bubble: Rectangle 94">
            <a:extLst>
              <a:ext uri="{FF2B5EF4-FFF2-40B4-BE49-F238E27FC236}">
                <a16:creationId xmlns:a16="http://schemas.microsoft.com/office/drawing/2014/main" id="{AF892C74-375F-9B08-F5E9-C95DD15F4EFB}"/>
              </a:ext>
            </a:extLst>
          </p:cNvPr>
          <p:cNvSpPr/>
          <p:nvPr/>
        </p:nvSpPr>
        <p:spPr>
          <a:xfrm>
            <a:off x="8091868" y="1184155"/>
            <a:ext cx="1013182" cy="310155"/>
          </a:xfrm>
          <a:prstGeom prst="wedgeRectCallout">
            <a:avLst>
              <a:gd name="adj1" fmla="val -75163"/>
              <a:gd name="adj2" fmla="val 1690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Connector</a:t>
            </a:r>
          </a:p>
        </p:txBody>
      </p:sp>
    </p:spTree>
    <p:extLst>
      <p:ext uri="{BB962C8B-B14F-4D97-AF65-F5344CB8AC3E}">
        <p14:creationId xmlns:p14="http://schemas.microsoft.com/office/powerpoint/2010/main" val="3547915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D5726A-8A2D-D14D-AFC1-00263FACF5EF}"/>
              </a:ext>
            </a:extLst>
          </p:cNvPr>
          <p:cNvCxnSpPr>
            <a:cxnSpLocks/>
          </p:cNvCxnSpPr>
          <p:nvPr/>
        </p:nvCxnSpPr>
        <p:spPr>
          <a:xfrm flipH="1">
            <a:off x="1207008" y="3513994"/>
            <a:ext cx="7240695" cy="419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DEB908E-0501-6674-13C9-8DEA14BD4B49}"/>
              </a:ext>
            </a:extLst>
          </p:cNvPr>
          <p:cNvSpPr/>
          <p:nvPr/>
        </p:nvSpPr>
        <p:spPr>
          <a:xfrm>
            <a:off x="728820" y="877824"/>
            <a:ext cx="10256171" cy="309868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CA6DB6-3913-9F75-DA3A-626EF683BE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762" t="27733" r="29427" b="58785"/>
          <a:stretch/>
        </p:blipFill>
        <p:spPr>
          <a:xfrm>
            <a:off x="3583826" y="1372562"/>
            <a:ext cx="1209860" cy="1532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59726E-430D-4BD4-36AB-04AD3CFFD5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26" t="27733" r="28573" b="56622"/>
          <a:stretch/>
        </p:blipFill>
        <p:spPr>
          <a:xfrm>
            <a:off x="1000898" y="1407346"/>
            <a:ext cx="2486014" cy="16817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8B5D206-9D2A-BC6D-5B29-E22F6061043B}"/>
              </a:ext>
            </a:extLst>
          </p:cNvPr>
          <p:cNvSpPr/>
          <p:nvPr/>
        </p:nvSpPr>
        <p:spPr>
          <a:xfrm>
            <a:off x="3275782" y="4669536"/>
            <a:ext cx="402336" cy="1280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388449-5A2B-FBAE-EECA-AAC2CD94F190}"/>
              </a:ext>
            </a:extLst>
          </p:cNvPr>
          <p:cNvCxnSpPr>
            <a:cxnSpLocks/>
          </p:cNvCxnSpPr>
          <p:nvPr/>
        </p:nvCxnSpPr>
        <p:spPr>
          <a:xfrm flipH="1">
            <a:off x="728820" y="1517530"/>
            <a:ext cx="40882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13D47E8-4788-3ED2-282C-23885D55982C}"/>
              </a:ext>
            </a:extLst>
          </p:cNvPr>
          <p:cNvSpPr/>
          <p:nvPr/>
        </p:nvSpPr>
        <p:spPr>
          <a:xfrm>
            <a:off x="3240418" y="3559575"/>
            <a:ext cx="137626" cy="1133856"/>
          </a:xfrm>
          <a:custGeom>
            <a:avLst/>
            <a:gdLst>
              <a:gd name="connsiteX0" fmla="*/ 137626 w 137626"/>
              <a:gd name="connsiteY0" fmla="*/ 1133856 h 1133856"/>
              <a:gd name="connsiteX1" fmla="*/ 3514 w 137626"/>
              <a:gd name="connsiteY1" fmla="*/ 707136 h 1133856"/>
              <a:gd name="connsiteX2" fmla="*/ 52282 w 137626"/>
              <a:gd name="connsiteY2" fmla="*/ 0 h 113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626" h="1133856">
                <a:moveTo>
                  <a:pt x="137626" y="1133856"/>
                </a:moveTo>
                <a:cubicBezTo>
                  <a:pt x="77682" y="1014984"/>
                  <a:pt x="17738" y="896112"/>
                  <a:pt x="3514" y="707136"/>
                </a:cubicBezTo>
                <a:cubicBezTo>
                  <a:pt x="-10710" y="518160"/>
                  <a:pt x="20786" y="259080"/>
                  <a:pt x="52282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A86C2-FA60-9421-FCC7-141736052C7B}"/>
              </a:ext>
            </a:extLst>
          </p:cNvPr>
          <p:cNvCxnSpPr>
            <a:cxnSpLocks/>
          </p:cNvCxnSpPr>
          <p:nvPr/>
        </p:nvCxnSpPr>
        <p:spPr>
          <a:xfrm>
            <a:off x="4965239" y="3548784"/>
            <a:ext cx="0" cy="22181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CDA5DB6-FC91-46C2-3C91-D75E1E8D2F46}"/>
              </a:ext>
            </a:extLst>
          </p:cNvPr>
          <p:cNvSpPr/>
          <p:nvPr/>
        </p:nvSpPr>
        <p:spPr>
          <a:xfrm>
            <a:off x="3677678" y="3548784"/>
            <a:ext cx="450226" cy="1097280"/>
          </a:xfrm>
          <a:custGeom>
            <a:avLst/>
            <a:gdLst>
              <a:gd name="connsiteX0" fmla="*/ 0 w 1214299"/>
              <a:gd name="connsiteY0" fmla="*/ 704787 h 704787"/>
              <a:gd name="connsiteX1" fmla="*/ 158496 w 1214299"/>
              <a:gd name="connsiteY1" fmla="*/ 448755 h 704787"/>
              <a:gd name="connsiteX2" fmla="*/ 853440 w 1214299"/>
              <a:gd name="connsiteY2" fmla="*/ 485331 h 704787"/>
              <a:gd name="connsiteX3" fmla="*/ 1182624 w 1214299"/>
              <a:gd name="connsiteY3" fmla="*/ 46419 h 704787"/>
              <a:gd name="connsiteX4" fmla="*/ 1182624 w 1214299"/>
              <a:gd name="connsiteY4" fmla="*/ 34227 h 704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4299" h="704787">
                <a:moveTo>
                  <a:pt x="0" y="704787"/>
                </a:moveTo>
                <a:cubicBezTo>
                  <a:pt x="8128" y="595059"/>
                  <a:pt x="16256" y="485331"/>
                  <a:pt x="158496" y="448755"/>
                </a:cubicBezTo>
                <a:cubicBezTo>
                  <a:pt x="300736" y="412179"/>
                  <a:pt x="682752" y="552387"/>
                  <a:pt x="853440" y="485331"/>
                </a:cubicBezTo>
                <a:cubicBezTo>
                  <a:pt x="1024128" y="418275"/>
                  <a:pt x="1127760" y="121603"/>
                  <a:pt x="1182624" y="46419"/>
                </a:cubicBezTo>
                <a:cubicBezTo>
                  <a:pt x="1237488" y="-28765"/>
                  <a:pt x="1210056" y="2731"/>
                  <a:pt x="1182624" y="3422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FBEBDEA-1ADE-2C0A-80E5-0BC3598D15F0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1289" y="2473652"/>
            <a:ext cx="1733250" cy="478188"/>
          </a:xfrm>
          <a:prstGeom prst="bentConnector3">
            <a:avLst>
              <a:gd name="adj1" fmla="val 10064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1783F2A-8BE2-C9AE-97FF-BD142A1A8E59}"/>
              </a:ext>
            </a:extLst>
          </p:cNvPr>
          <p:cNvSpPr/>
          <p:nvPr/>
        </p:nvSpPr>
        <p:spPr>
          <a:xfrm rot="16200000">
            <a:off x="390612" y="1638997"/>
            <a:ext cx="1036587" cy="856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F4C190-1DF2-005B-E8C7-BF4917822B55}"/>
              </a:ext>
            </a:extLst>
          </p:cNvPr>
          <p:cNvGrpSpPr/>
          <p:nvPr/>
        </p:nvGrpSpPr>
        <p:grpSpPr>
          <a:xfrm>
            <a:off x="5122970" y="4286028"/>
            <a:ext cx="1905204" cy="1911481"/>
            <a:chOff x="5220406" y="4247772"/>
            <a:chExt cx="1905204" cy="191148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4CF3C5-865D-DBF3-8BB0-E1D85F2023A4}"/>
                </a:ext>
              </a:extLst>
            </p:cNvPr>
            <p:cNvSpPr/>
            <p:nvPr/>
          </p:nvSpPr>
          <p:spPr>
            <a:xfrm>
              <a:off x="5220406" y="4247772"/>
              <a:ext cx="1905204" cy="191148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lowchart: Extract 16">
              <a:extLst>
                <a:ext uri="{FF2B5EF4-FFF2-40B4-BE49-F238E27FC236}">
                  <a16:creationId xmlns:a16="http://schemas.microsoft.com/office/drawing/2014/main" id="{5DD97227-CA46-5BEF-E8AB-97A42AE12C2F}"/>
                </a:ext>
              </a:extLst>
            </p:cNvPr>
            <p:cNvSpPr/>
            <p:nvPr/>
          </p:nvSpPr>
          <p:spPr>
            <a:xfrm rot="5400000">
              <a:off x="5245976" y="4498879"/>
              <a:ext cx="694944" cy="504125"/>
            </a:xfrm>
            <a:prstGeom prst="flowChartExtra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" rtlCol="0" anchor="ctr"/>
            <a:lstStyle/>
            <a:p>
              <a:pPr algn="ctr"/>
              <a:r>
                <a:rPr lang="en-US" dirty="0"/>
                <a:t>-</a:t>
              </a:r>
            </a:p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18" name="Flowchart: Extract 17">
              <a:extLst>
                <a:ext uri="{FF2B5EF4-FFF2-40B4-BE49-F238E27FC236}">
                  <a16:creationId xmlns:a16="http://schemas.microsoft.com/office/drawing/2014/main" id="{6209F85B-B45C-BBCD-6B66-80A054F9B30F}"/>
                </a:ext>
              </a:extLst>
            </p:cNvPr>
            <p:cNvSpPr/>
            <p:nvPr/>
          </p:nvSpPr>
          <p:spPr>
            <a:xfrm rot="5400000">
              <a:off x="5255509" y="5266449"/>
              <a:ext cx="694944" cy="504125"/>
            </a:xfrm>
            <a:prstGeom prst="flowChartExtra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" rtlCol="0" anchor="ctr"/>
            <a:lstStyle/>
            <a:p>
              <a:pPr algn="ctr"/>
              <a:r>
                <a:rPr lang="en-US" dirty="0"/>
                <a:t>-</a:t>
              </a:r>
            </a:p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EC73260-4BA6-2ED2-D36B-4771A8C82C35}"/>
                </a:ext>
              </a:extLst>
            </p:cNvPr>
            <p:cNvSpPr txBox="1"/>
            <p:nvPr/>
          </p:nvSpPr>
          <p:spPr>
            <a:xfrm>
              <a:off x="5258394" y="4595320"/>
              <a:ext cx="5116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Ain 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DB50018-4759-CB6B-83D0-BBD5FE77EA01}"/>
                </a:ext>
              </a:extLst>
            </p:cNvPr>
            <p:cNvSpPr txBox="1"/>
            <p:nvPr/>
          </p:nvSpPr>
          <p:spPr>
            <a:xfrm>
              <a:off x="5309309" y="5371128"/>
              <a:ext cx="5116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Ain 1</a:t>
              </a:r>
            </a:p>
          </p:txBody>
        </p:sp>
        <p:sp>
          <p:nvSpPr>
            <p:cNvPr id="21" name="Flowchart: Extract 20">
              <a:extLst>
                <a:ext uri="{FF2B5EF4-FFF2-40B4-BE49-F238E27FC236}">
                  <a16:creationId xmlns:a16="http://schemas.microsoft.com/office/drawing/2014/main" id="{EE1F649C-7935-EACF-F1B9-A8496EE02BAA}"/>
                </a:ext>
              </a:extLst>
            </p:cNvPr>
            <p:cNvSpPr/>
            <p:nvPr/>
          </p:nvSpPr>
          <p:spPr>
            <a:xfrm rot="5400000">
              <a:off x="6315309" y="4164306"/>
              <a:ext cx="449546" cy="842953"/>
            </a:xfrm>
            <a:prstGeom prst="flowChartExtra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200" dirty="0"/>
                <a:t>Do-6</a:t>
              </a:r>
            </a:p>
          </p:txBody>
        </p:sp>
        <p:sp>
          <p:nvSpPr>
            <p:cNvPr id="22" name="Flowchart: Extract 21">
              <a:extLst>
                <a:ext uri="{FF2B5EF4-FFF2-40B4-BE49-F238E27FC236}">
                  <a16:creationId xmlns:a16="http://schemas.microsoft.com/office/drawing/2014/main" id="{031AFB54-44C2-D0BC-991A-498DD6D5F140}"/>
                </a:ext>
              </a:extLst>
            </p:cNvPr>
            <p:cNvSpPr/>
            <p:nvPr/>
          </p:nvSpPr>
          <p:spPr>
            <a:xfrm rot="5400000">
              <a:off x="6345300" y="4766252"/>
              <a:ext cx="449546" cy="842953"/>
            </a:xfrm>
            <a:prstGeom prst="flowChartExtra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200" dirty="0"/>
                <a:t>Do-5</a:t>
              </a:r>
            </a:p>
          </p:txBody>
        </p:sp>
        <p:sp>
          <p:nvSpPr>
            <p:cNvPr id="23" name="Flowchart: Extract 22">
              <a:extLst>
                <a:ext uri="{FF2B5EF4-FFF2-40B4-BE49-F238E27FC236}">
                  <a16:creationId xmlns:a16="http://schemas.microsoft.com/office/drawing/2014/main" id="{8CC588E0-19A3-A1DF-8878-4415A395785E}"/>
                </a:ext>
              </a:extLst>
            </p:cNvPr>
            <p:cNvSpPr/>
            <p:nvPr/>
          </p:nvSpPr>
          <p:spPr>
            <a:xfrm rot="5400000">
              <a:off x="6345300" y="5307238"/>
              <a:ext cx="449546" cy="842953"/>
            </a:xfrm>
            <a:prstGeom prst="flowChartExtra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200" dirty="0"/>
                <a:t>Do-4</a:t>
              </a:r>
            </a:p>
          </p:txBody>
        </p:sp>
      </p:grp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CD70BED-B36E-34E2-67B7-89B8A60A4FB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96265" y="3561026"/>
            <a:ext cx="2465758" cy="803200"/>
          </a:xfrm>
          <a:prstGeom prst="bentConnector3">
            <a:avLst>
              <a:gd name="adj1" fmla="val -1423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B4616C-253C-4598-4141-11FD2A16651D}"/>
              </a:ext>
            </a:extLst>
          </p:cNvPr>
          <p:cNvCxnSpPr/>
          <p:nvPr/>
        </p:nvCxnSpPr>
        <p:spPr>
          <a:xfrm>
            <a:off x="7515159" y="2441853"/>
            <a:ext cx="8451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F5B6357-EFCA-523B-7EBE-184CA4F6D51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85053" y="3206234"/>
            <a:ext cx="2200606" cy="642474"/>
          </a:xfrm>
          <a:prstGeom prst="bentConnector3">
            <a:avLst>
              <a:gd name="adj1" fmla="val 13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8A7F2D8-F55E-189D-CAC3-6656FE4F08D2}"/>
              </a:ext>
            </a:extLst>
          </p:cNvPr>
          <p:cNvCxnSpPr/>
          <p:nvPr/>
        </p:nvCxnSpPr>
        <p:spPr>
          <a:xfrm>
            <a:off x="7469795" y="2952787"/>
            <a:ext cx="8451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F36B80-B454-07E1-091C-0BED5B09F78C}"/>
              </a:ext>
            </a:extLst>
          </p:cNvPr>
          <p:cNvCxnSpPr>
            <a:cxnSpLocks/>
          </p:cNvCxnSpPr>
          <p:nvPr/>
        </p:nvCxnSpPr>
        <p:spPr>
          <a:xfrm>
            <a:off x="7630744" y="2747084"/>
            <a:ext cx="8169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36C2B88-44E1-141E-D7AF-126FF2DC789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88626" y="4095596"/>
            <a:ext cx="2502697" cy="842949"/>
          </a:xfrm>
          <a:prstGeom prst="bentConnector3">
            <a:avLst>
              <a:gd name="adj1" fmla="val -664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81FC64-00BE-8C98-8D3D-0ADB5C1D80EB}"/>
              </a:ext>
            </a:extLst>
          </p:cNvPr>
          <p:cNvCxnSpPr>
            <a:cxnSpLocks/>
          </p:cNvCxnSpPr>
          <p:nvPr/>
        </p:nvCxnSpPr>
        <p:spPr>
          <a:xfrm>
            <a:off x="7737066" y="3271644"/>
            <a:ext cx="626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81821B2-71EC-9C49-FE52-396D7EC3AD6C}"/>
              </a:ext>
            </a:extLst>
          </p:cNvPr>
          <p:cNvSpPr/>
          <p:nvPr/>
        </p:nvSpPr>
        <p:spPr>
          <a:xfrm>
            <a:off x="7454907" y="2932110"/>
            <a:ext cx="52692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BB2242-7EEA-EE2C-4BC9-B9A54E531D8A}"/>
              </a:ext>
            </a:extLst>
          </p:cNvPr>
          <p:cNvCxnSpPr/>
          <p:nvPr/>
        </p:nvCxnSpPr>
        <p:spPr>
          <a:xfrm flipH="1">
            <a:off x="4965239" y="4910575"/>
            <a:ext cx="2466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20255C9-F536-B9ED-921E-FCD488698F7D}"/>
              </a:ext>
            </a:extLst>
          </p:cNvPr>
          <p:cNvCxnSpPr>
            <a:cxnSpLocks/>
          </p:cNvCxnSpPr>
          <p:nvPr/>
        </p:nvCxnSpPr>
        <p:spPr>
          <a:xfrm flipH="1">
            <a:off x="4963533" y="5686383"/>
            <a:ext cx="289949" cy="154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E7DE854-DC4E-EDEB-2137-16699F8B0660}"/>
              </a:ext>
            </a:extLst>
          </p:cNvPr>
          <p:cNvSpPr/>
          <p:nvPr/>
        </p:nvSpPr>
        <p:spPr>
          <a:xfrm>
            <a:off x="3022838" y="4511548"/>
            <a:ext cx="1036587" cy="856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D63D829-1668-041C-1E70-06100C393382}"/>
              </a:ext>
            </a:extLst>
          </p:cNvPr>
          <p:cNvSpPr/>
          <p:nvPr/>
        </p:nvSpPr>
        <p:spPr>
          <a:xfrm>
            <a:off x="3051980" y="2816352"/>
            <a:ext cx="403839" cy="1865376"/>
          </a:xfrm>
          <a:custGeom>
            <a:avLst/>
            <a:gdLst>
              <a:gd name="connsiteX0" fmla="*/ 8212 w 403839"/>
              <a:gd name="connsiteY0" fmla="*/ 0 h 1865376"/>
              <a:gd name="connsiteX1" fmla="*/ 8212 w 403839"/>
              <a:gd name="connsiteY1" fmla="*/ 60960 h 1865376"/>
              <a:gd name="connsiteX2" fmla="*/ 93556 w 403839"/>
              <a:gd name="connsiteY2" fmla="*/ 316992 h 1865376"/>
              <a:gd name="connsiteX3" fmla="*/ 386164 w 403839"/>
              <a:gd name="connsiteY3" fmla="*/ 609600 h 1865376"/>
              <a:gd name="connsiteX4" fmla="*/ 373972 w 403839"/>
              <a:gd name="connsiteY4" fmla="*/ 1255776 h 1865376"/>
              <a:gd name="connsiteX5" fmla="*/ 398356 w 403839"/>
              <a:gd name="connsiteY5" fmla="*/ 1865376 h 1865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39" h="1865376">
                <a:moveTo>
                  <a:pt x="8212" y="0"/>
                </a:moveTo>
                <a:cubicBezTo>
                  <a:pt x="1100" y="4064"/>
                  <a:pt x="-6012" y="8128"/>
                  <a:pt x="8212" y="60960"/>
                </a:cubicBezTo>
                <a:cubicBezTo>
                  <a:pt x="22436" y="113792"/>
                  <a:pt x="30564" y="225552"/>
                  <a:pt x="93556" y="316992"/>
                </a:cubicBezTo>
                <a:cubicBezTo>
                  <a:pt x="156548" y="408432"/>
                  <a:pt x="339428" y="453136"/>
                  <a:pt x="386164" y="609600"/>
                </a:cubicBezTo>
                <a:cubicBezTo>
                  <a:pt x="432900" y="766064"/>
                  <a:pt x="371940" y="1046480"/>
                  <a:pt x="373972" y="1255776"/>
                </a:cubicBezTo>
                <a:cubicBezTo>
                  <a:pt x="376004" y="1465072"/>
                  <a:pt x="387180" y="1665224"/>
                  <a:pt x="398356" y="1865376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27CD379-BC30-59A9-8734-54973F210354}"/>
              </a:ext>
            </a:extLst>
          </p:cNvPr>
          <p:cNvSpPr/>
          <p:nvPr/>
        </p:nvSpPr>
        <p:spPr>
          <a:xfrm>
            <a:off x="3425952" y="3322279"/>
            <a:ext cx="1910722" cy="2128120"/>
          </a:xfrm>
          <a:custGeom>
            <a:avLst/>
            <a:gdLst>
              <a:gd name="connsiteX0" fmla="*/ 0 w 1910722"/>
              <a:gd name="connsiteY0" fmla="*/ 18329 h 2128120"/>
              <a:gd name="connsiteX1" fmla="*/ 646176 w 1910722"/>
              <a:gd name="connsiteY1" fmla="*/ 6137 h 2128120"/>
              <a:gd name="connsiteX2" fmla="*/ 1182624 w 1910722"/>
              <a:gd name="connsiteY2" fmla="*/ 103673 h 2128120"/>
              <a:gd name="connsiteX3" fmla="*/ 1060704 w 1910722"/>
              <a:gd name="connsiteY3" fmla="*/ 664505 h 2128120"/>
              <a:gd name="connsiteX4" fmla="*/ 1011936 w 1910722"/>
              <a:gd name="connsiteY4" fmla="*/ 1615481 h 2128120"/>
              <a:gd name="connsiteX5" fmla="*/ 1133856 w 1910722"/>
              <a:gd name="connsiteY5" fmla="*/ 2103161 h 2128120"/>
              <a:gd name="connsiteX6" fmla="*/ 1853184 w 1910722"/>
              <a:gd name="connsiteY6" fmla="*/ 2054393 h 2128120"/>
              <a:gd name="connsiteX7" fmla="*/ 1865376 w 1910722"/>
              <a:gd name="connsiteY7" fmla="*/ 2030009 h 2128120"/>
              <a:gd name="connsiteX8" fmla="*/ 1865376 w 1910722"/>
              <a:gd name="connsiteY8" fmla="*/ 2030009 h 2128120"/>
              <a:gd name="connsiteX9" fmla="*/ 1804416 w 1910722"/>
              <a:gd name="connsiteY9" fmla="*/ 2005625 h 212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10722" h="2128120">
                <a:moveTo>
                  <a:pt x="0" y="18329"/>
                </a:moveTo>
                <a:cubicBezTo>
                  <a:pt x="224536" y="5121"/>
                  <a:pt x="449072" y="-8087"/>
                  <a:pt x="646176" y="6137"/>
                </a:cubicBezTo>
                <a:cubicBezTo>
                  <a:pt x="843280" y="20361"/>
                  <a:pt x="1113536" y="-6055"/>
                  <a:pt x="1182624" y="103673"/>
                </a:cubicBezTo>
                <a:cubicBezTo>
                  <a:pt x="1251712" y="213401"/>
                  <a:pt x="1089152" y="412537"/>
                  <a:pt x="1060704" y="664505"/>
                </a:cubicBezTo>
                <a:cubicBezTo>
                  <a:pt x="1032256" y="916473"/>
                  <a:pt x="999744" y="1375705"/>
                  <a:pt x="1011936" y="1615481"/>
                </a:cubicBezTo>
                <a:cubicBezTo>
                  <a:pt x="1024128" y="1855257"/>
                  <a:pt x="993648" y="2030009"/>
                  <a:pt x="1133856" y="2103161"/>
                </a:cubicBezTo>
                <a:cubicBezTo>
                  <a:pt x="1274064" y="2176313"/>
                  <a:pt x="1731264" y="2066585"/>
                  <a:pt x="1853184" y="2054393"/>
                </a:cubicBezTo>
                <a:cubicBezTo>
                  <a:pt x="1975104" y="2042201"/>
                  <a:pt x="1865376" y="2030009"/>
                  <a:pt x="1865376" y="2030009"/>
                </a:cubicBezTo>
                <a:lnTo>
                  <a:pt x="1865376" y="2030009"/>
                </a:lnTo>
                <a:lnTo>
                  <a:pt x="1804416" y="2005625"/>
                </a:ln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4C16548-C1BF-F0DB-4A81-5F3ADADBD7EF}"/>
              </a:ext>
            </a:extLst>
          </p:cNvPr>
          <p:cNvSpPr/>
          <p:nvPr/>
        </p:nvSpPr>
        <p:spPr>
          <a:xfrm>
            <a:off x="3595730" y="2889504"/>
            <a:ext cx="903439" cy="1755648"/>
          </a:xfrm>
          <a:custGeom>
            <a:avLst/>
            <a:gdLst>
              <a:gd name="connsiteX0" fmla="*/ 890926 w 903439"/>
              <a:gd name="connsiteY0" fmla="*/ 0 h 1755648"/>
              <a:gd name="connsiteX1" fmla="*/ 829966 w 903439"/>
              <a:gd name="connsiteY1" fmla="*/ 292608 h 1755648"/>
              <a:gd name="connsiteX2" fmla="*/ 330094 w 903439"/>
              <a:gd name="connsiteY2" fmla="*/ 548640 h 1755648"/>
              <a:gd name="connsiteX3" fmla="*/ 37486 w 903439"/>
              <a:gd name="connsiteY3" fmla="*/ 1243584 h 1755648"/>
              <a:gd name="connsiteX4" fmla="*/ 13102 w 903439"/>
              <a:gd name="connsiteY4" fmla="*/ 1755648 h 1755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3439" h="1755648">
                <a:moveTo>
                  <a:pt x="890926" y="0"/>
                </a:moveTo>
                <a:cubicBezTo>
                  <a:pt x="907182" y="100584"/>
                  <a:pt x="923438" y="201168"/>
                  <a:pt x="829966" y="292608"/>
                </a:cubicBezTo>
                <a:cubicBezTo>
                  <a:pt x="736494" y="384048"/>
                  <a:pt x="462174" y="390144"/>
                  <a:pt x="330094" y="548640"/>
                </a:cubicBezTo>
                <a:cubicBezTo>
                  <a:pt x="198014" y="707136"/>
                  <a:pt x="90318" y="1042416"/>
                  <a:pt x="37486" y="1243584"/>
                </a:cubicBezTo>
                <a:cubicBezTo>
                  <a:pt x="-15346" y="1444752"/>
                  <a:pt x="-1122" y="1600200"/>
                  <a:pt x="13102" y="1755648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063A81A-7B6F-A9D0-559D-A57486963410}"/>
              </a:ext>
            </a:extLst>
          </p:cNvPr>
          <p:cNvSpPr/>
          <p:nvPr/>
        </p:nvSpPr>
        <p:spPr>
          <a:xfrm>
            <a:off x="4523232" y="3096768"/>
            <a:ext cx="743712" cy="1536192"/>
          </a:xfrm>
          <a:custGeom>
            <a:avLst/>
            <a:gdLst>
              <a:gd name="connsiteX0" fmla="*/ 0 w 743712"/>
              <a:gd name="connsiteY0" fmla="*/ 0 h 1536192"/>
              <a:gd name="connsiteX1" fmla="*/ 329184 w 743712"/>
              <a:gd name="connsiteY1" fmla="*/ 219456 h 1536192"/>
              <a:gd name="connsiteX2" fmla="*/ 280416 w 743712"/>
              <a:gd name="connsiteY2" fmla="*/ 1109472 h 1536192"/>
              <a:gd name="connsiteX3" fmla="*/ 268224 w 743712"/>
              <a:gd name="connsiteY3" fmla="*/ 1463040 h 1536192"/>
              <a:gd name="connsiteX4" fmla="*/ 743712 w 743712"/>
              <a:gd name="connsiteY4" fmla="*/ 1536192 h 153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3712" h="1536192">
                <a:moveTo>
                  <a:pt x="0" y="0"/>
                </a:moveTo>
                <a:cubicBezTo>
                  <a:pt x="141224" y="17272"/>
                  <a:pt x="282448" y="34544"/>
                  <a:pt x="329184" y="219456"/>
                </a:cubicBezTo>
                <a:cubicBezTo>
                  <a:pt x="375920" y="404368"/>
                  <a:pt x="290576" y="902208"/>
                  <a:pt x="280416" y="1109472"/>
                </a:cubicBezTo>
                <a:cubicBezTo>
                  <a:pt x="270256" y="1316736"/>
                  <a:pt x="191008" y="1391920"/>
                  <a:pt x="268224" y="1463040"/>
                </a:cubicBezTo>
                <a:cubicBezTo>
                  <a:pt x="345440" y="1534160"/>
                  <a:pt x="544576" y="1535176"/>
                  <a:pt x="743712" y="1536192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5DA9186-CAC0-39AD-1082-FB165135B718}"/>
              </a:ext>
            </a:extLst>
          </p:cNvPr>
          <p:cNvCxnSpPr>
            <a:cxnSpLocks/>
          </p:cNvCxnSpPr>
          <p:nvPr/>
        </p:nvCxnSpPr>
        <p:spPr>
          <a:xfrm>
            <a:off x="5369828" y="3541603"/>
            <a:ext cx="0" cy="7616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0279A6CA-F8AC-8764-BB4F-0DD3D21852DC}"/>
              </a:ext>
            </a:extLst>
          </p:cNvPr>
          <p:cNvSpPr/>
          <p:nvPr/>
        </p:nvSpPr>
        <p:spPr>
          <a:xfrm>
            <a:off x="3165920" y="3676486"/>
            <a:ext cx="1036587" cy="1273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9847324-2EDD-DE44-8D18-37B4BB747521}"/>
              </a:ext>
            </a:extLst>
          </p:cNvPr>
          <p:cNvSpPr/>
          <p:nvPr/>
        </p:nvSpPr>
        <p:spPr>
          <a:xfrm>
            <a:off x="7296482" y="3700389"/>
            <a:ext cx="668524" cy="1564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0ADD092-2E93-D83B-FCA5-E857A5C063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913" t="23639" r="8154" b="36017"/>
          <a:stretch/>
        </p:blipFill>
        <p:spPr>
          <a:xfrm>
            <a:off x="8384692" y="2441853"/>
            <a:ext cx="830344" cy="50893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6B7B96D-F792-1B71-7633-3C902F5E1B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913" t="23639" r="8154" b="36017"/>
          <a:stretch/>
        </p:blipFill>
        <p:spPr>
          <a:xfrm>
            <a:off x="8384692" y="2932731"/>
            <a:ext cx="830344" cy="508932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23CDE48-1E45-5BA0-E579-B349F2B7B33D}"/>
              </a:ext>
            </a:extLst>
          </p:cNvPr>
          <p:cNvCxnSpPr>
            <a:stCxn id="42" idx="0"/>
          </p:cNvCxnSpPr>
          <p:nvPr/>
        </p:nvCxnSpPr>
        <p:spPr>
          <a:xfrm flipH="1">
            <a:off x="8384692" y="2441853"/>
            <a:ext cx="4151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44089A3-63B6-12E7-5902-E18E8EAE096D}"/>
              </a:ext>
            </a:extLst>
          </p:cNvPr>
          <p:cNvCxnSpPr/>
          <p:nvPr/>
        </p:nvCxnSpPr>
        <p:spPr>
          <a:xfrm flipH="1">
            <a:off x="8384692" y="2950785"/>
            <a:ext cx="4151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142E3550-0265-0A88-7BC2-E2CC4F3E3860}"/>
              </a:ext>
            </a:extLst>
          </p:cNvPr>
          <p:cNvSpPr/>
          <p:nvPr/>
        </p:nvSpPr>
        <p:spPr>
          <a:xfrm>
            <a:off x="8409471" y="2296561"/>
            <a:ext cx="708892" cy="12983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1A08B4E-A0B5-341F-8A9A-860AEA9BF352}"/>
              </a:ext>
            </a:extLst>
          </p:cNvPr>
          <p:cNvCxnSpPr>
            <a:cxnSpLocks/>
          </p:cNvCxnSpPr>
          <p:nvPr/>
        </p:nvCxnSpPr>
        <p:spPr>
          <a:xfrm>
            <a:off x="8547334" y="1517530"/>
            <a:ext cx="0" cy="7790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EB7EE45-62CC-B045-9B02-BAAF20F35B4F}"/>
              </a:ext>
            </a:extLst>
          </p:cNvPr>
          <p:cNvSpPr/>
          <p:nvPr/>
        </p:nvSpPr>
        <p:spPr>
          <a:xfrm>
            <a:off x="9618027" y="2346134"/>
            <a:ext cx="708892" cy="12983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B86107-CDBA-B3A6-65FD-B708099C4E70}"/>
              </a:ext>
            </a:extLst>
          </p:cNvPr>
          <p:cNvSpPr txBox="1"/>
          <p:nvPr/>
        </p:nvSpPr>
        <p:spPr>
          <a:xfrm>
            <a:off x="8547334" y="1876983"/>
            <a:ext cx="727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Tri-state</a:t>
            </a:r>
          </a:p>
          <a:p>
            <a:r>
              <a:rPr lang="en-US" sz="1200" dirty="0"/>
              <a:t>Buffer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AAB83E-359B-7A92-2E15-F103148C4C19}"/>
              </a:ext>
            </a:extLst>
          </p:cNvPr>
          <p:cNvSpPr txBox="1"/>
          <p:nvPr/>
        </p:nvSpPr>
        <p:spPr>
          <a:xfrm>
            <a:off x="9631183" y="1884469"/>
            <a:ext cx="857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Motor</a:t>
            </a:r>
          </a:p>
          <a:p>
            <a:r>
              <a:rPr lang="en-US" sz="1200" dirty="0"/>
              <a:t>Controller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0EEB176-0A17-35FD-7F1E-FDEF21626585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4817106" y="1510682"/>
            <a:ext cx="5242784" cy="835452"/>
          </a:xfrm>
          <a:prstGeom prst="bentConnector4">
            <a:avLst>
              <a:gd name="adj1" fmla="val 1494"/>
              <a:gd name="adj2" fmla="val -3462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7031A826-8038-A08B-8D7E-AEAC16A93BF4}"/>
              </a:ext>
            </a:extLst>
          </p:cNvPr>
          <p:cNvCxnSpPr>
            <a:cxnSpLocks/>
          </p:cNvCxnSpPr>
          <p:nvPr/>
        </p:nvCxnSpPr>
        <p:spPr>
          <a:xfrm flipV="1">
            <a:off x="8192276" y="3537750"/>
            <a:ext cx="1438907" cy="312377"/>
          </a:xfrm>
          <a:prstGeom prst="bentConnector3">
            <a:avLst>
              <a:gd name="adj1" fmla="val 8304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54FBFF2-1931-14C5-4869-62263F6845B1}"/>
              </a:ext>
            </a:extLst>
          </p:cNvPr>
          <p:cNvCxnSpPr>
            <a:cxnSpLocks/>
          </p:cNvCxnSpPr>
          <p:nvPr/>
        </p:nvCxnSpPr>
        <p:spPr>
          <a:xfrm>
            <a:off x="8192276" y="3513994"/>
            <a:ext cx="0" cy="3189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746BA23-F8BD-8D80-7F8A-CB9E17718F51}"/>
              </a:ext>
            </a:extLst>
          </p:cNvPr>
          <p:cNvCxnSpPr>
            <a:cxnSpLocks/>
          </p:cNvCxnSpPr>
          <p:nvPr/>
        </p:nvCxnSpPr>
        <p:spPr>
          <a:xfrm>
            <a:off x="9213561" y="2762307"/>
            <a:ext cx="375183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F68952B-5B63-B0F7-4E2E-17425F56C210}"/>
              </a:ext>
            </a:extLst>
          </p:cNvPr>
          <p:cNvCxnSpPr>
            <a:cxnSpLocks/>
          </p:cNvCxnSpPr>
          <p:nvPr/>
        </p:nvCxnSpPr>
        <p:spPr>
          <a:xfrm>
            <a:off x="9219424" y="3241338"/>
            <a:ext cx="37518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191802F-E56B-6644-7DDF-AE53D2D6E36D}"/>
              </a:ext>
            </a:extLst>
          </p:cNvPr>
          <p:cNvSpPr txBox="1"/>
          <p:nvPr/>
        </p:nvSpPr>
        <p:spPr>
          <a:xfrm>
            <a:off x="9067205" y="2561522"/>
            <a:ext cx="70884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On/Off  </a:t>
            </a:r>
          </a:p>
          <a:p>
            <a:r>
              <a:rPr lang="en-US" sz="1100" dirty="0"/>
              <a:t>   </a:t>
            </a:r>
          </a:p>
          <a:p>
            <a:r>
              <a:rPr lang="en-US" sz="1100" dirty="0" err="1"/>
              <a:t>Fwd</a:t>
            </a:r>
            <a:r>
              <a:rPr lang="en-US" sz="1100" dirty="0"/>
              <a:t>/Rev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AFB7C7D-1DD0-991A-0489-D80C3B0EA7D2}"/>
              </a:ext>
            </a:extLst>
          </p:cNvPr>
          <p:cNvCxnSpPr>
            <a:cxnSpLocks/>
          </p:cNvCxnSpPr>
          <p:nvPr/>
        </p:nvCxnSpPr>
        <p:spPr>
          <a:xfrm flipV="1">
            <a:off x="10369035" y="2747084"/>
            <a:ext cx="1495086" cy="15223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3602A5D-2063-B339-F1E0-021C1981D637}"/>
              </a:ext>
            </a:extLst>
          </p:cNvPr>
          <p:cNvCxnSpPr>
            <a:cxnSpLocks/>
          </p:cNvCxnSpPr>
          <p:nvPr/>
        </p:nvCxnSpPr>
        <p:spPr>
          <a:xfrm>
            <a:off x="10369035" y="3062993"/>
            <a:ext cx="138405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40CA674-73FB-86CC-3420-1CD30E7B0836}"/>
              </a:ext>
            </a:extLst>
          </p:cNvPr>
          <p:cNvSpPr txBox="1"/>
          <p:nvPr/>
        </p:nvSpPr>
        <p:spPr>
          <a:xfrm>
            <a:off x="11116331" y="2496604"/>
            <a:ext cx="49564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Left</a:t>
            </a:r>
          </a:p>
          <a:p>
            <a:endParaRPr lang="en-US" sz="1100" dirty="0"/>
          </a:p>
          <a:p>
            <a:r>
              <a:rPr lang="en-US" sz="1100" dirty="0"/>
              <a:t>Right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31AAAE4-BEFE-C1C9-A35F-59442477E911}"/>
              </a:ext>
            </a:extLst>
          </p:cNvPr>
          <p:cNvSpPr/>
          <p:nvPr/>
        </p:nvSpPr>
        <p:spPr>
          <a:xfrm rot="16200000">
            <a:off x="10384765" y="2867476"/>
            <a:ext cx="668524" cy="1564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9B1866-12D5-4989-A34F-A99423D75BDF}"/>
              </a:ext>
            </a:extLst>
          </p:cNvPr>
          <p:cNvSpPr txBox="1"/>
          <p:nvPr/>
        </p:nvSpPr>
        <p:spPr>
          <a:xfrm>
            <a:off x="3212355" y="6013808"/>
            <a:ext cx="65755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DUT </a:t>
            </a:r>
          </a:p>
          <a:p>
            <a:r>
              <a:rPr lang="en-US" sz="1200" dirty="0"/>
              <a:t>Sensor</a:t>
            </a:r>
          </a:p>
          <a:p>
            <a:r>
              <a:rPr lang="en-US" sz="1200" dirty="0"/>
              <a:t>x4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2F7203-CB60-CF29-A1E2-06AF19A2EA74}"/>
              </a:ext>
            </a:extLst>
          </p:cNvPr>
          <p:cNvSpPr txBox="1"/>
          <p:nvPr/>
        </p:nvSpPr>
        <p:spPr>
          <a:xfrm>
            <a:off x="5657418" y="6169915"/>
            <a:ext cx="8771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DataQ</a:t>
            </a:r>
            <a:r>
              <a:rPr lang="en-US" dirty="0"/>
              <a:t> </a:t>
            </a:r>
          </a:p>
          <a:p>
            <a:r>
              <a:rPr lang="en-US" sz="1200" dirty="0"/>
              <a:t>DI-2108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835781-1D46-8EC0-8E3D-E2BA2E8FAE27}"/>
              </a:ext>
            </a:extLst>
          </p:cNvPr>
          <p:cNvSpPr txBox="1"/>
          <p:nvPr/>
        </p:nvSpPr>
        <p:spPr>
          <a:xfrm>
            <a:off x="3192614" y="2226011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x4</a:t>
            </a: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9B8BFAD0-8AAB-7B03-15B5-BF1A66E22030}"/>
              </a:ext>
            </a:extLst>
          </p:cNvPr>
          <p:cNvCxnSpPr>
            <a:cxnSpLocks/>
          </p:cNvCxnSpPr>
          <p:nvPr/>
        </p:nvCxnSpPr>
        <p:spPr>
          <a:xfrm flipV="1">
            <a:off x="5575330" y="1544917"/>
            <a:ext cx="2972004" cy="2760850"/>
          </a:xfrm>
          <a:prstGeom prst="bentConnector3">
            <a:avLst>
              <a:gd name="adj1" fmla="val 62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CF33CDC1-8763-6B5D-E558-3226BBC8BF57}"/>
              </a:ext>
            </a:extLst>
          </p:cNvPr>
          <p:cNvSpPr/>
          <p:nvPr/>
        </p:nvSpPr>
        <p:spPr>
          <a:xfrm>
            <a:off x="4399543" y="3705657"/>
            <a:ext cx="1520939" cy="1273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F0B932-0DF7-B269-E583-04BD34B9F85D}"/>
              </a:ext>
            </a:extLst>
          </p:cNvPr>
          <p:cNvSpPr txBox="1"/>
          <p:nvPr/>
        </p:nvSpPr>
        <p:spPr>
          <a:xfrm>
            <a:off x="5217008" y="4283443"/>
            <a:ext cx="598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+5Vdc</a:t>
            </a:r>
          </a:p>
        </p:txBody>
      </p:sp>
    </p:spTree>
    <p:extLst>
      <p:ext uri="{BB962C8B-B14F-4D97-AF65-F5344CB8AC3E}">
        <p14:creationId xmlns:p14="http://schemas.microsoft.com/office/powerpoint/2010/main" val="2329286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>
            <a:extLst>
              <a:ext uri="{FF2B5EF4-FFF2-40B4-BE49-F238E27FC236}">
                <a16:creationId xmlns:a16="http://schemas.microsoft.com/office/drawing/2014/main" id="{1B1C0DFB-3AD1-DD95-ED35-E15802924C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" t="8812" r="1861" b="26795"/>
          <a:stretch/>
        </p:blipFill>
        <p:spPr bwMode="auto">
          <a:xfrm>
            <a:off x="769527" y="411231"/>
            <a:ext cx="5571100" cy="4926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" name="Speech Bubble: Rectangle with Corners Rounded 1023">
            <a:extLst>
              <a:ext uri="{FF2B5EF4-FFF2-40B4-BE49-F238E27FC236}">
                <a16:creationId xmlns:a16="http://schemas.microsoft.com/office/drawing/2014/main" id="{8DCC8BC7-04DF-09E8-828C-27F934BB1AB4}"/>
              </a:ext>
            </a:extLst>
          </p:cNvPr>
          <p:cNvSpPr/>
          <p:nvPr/>
        </p:nvSpPr>
        <p:spPr>
          <a:xfrm>
            <a:off x="1387363" y="4253713"/>
            <a:ext cx="1200150" cy="609600"/>
          </a:xfrm>
          <a:prstGeom prst="wedgeRoundRectCallout">
            <a:avLst>
              <a:gd name="adj1" fmla="val 82342"/>
              <a:gd name="adj2" fmla="val -4062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USB Hub</a:t>
            </a:r>
          </a:p>
        </p:txBody>
      </p:sp>
      <p:sp>
        <p:nvSpPr>
          <p:cNvPr id="1025" name="Speech Bubble: Rectangle with Corners Rounded 1024">
            <a:extLst>
              <a:ext uri="{FF2B5EF4-FFF2-40B4-BE49-F238E27FC236}">
                <a16:creationId xmlns:a16="http://schemas.microsoft.com/office/drawing/2014/main" id="{6633FB17-0A7C-44C7-9D5E-27CCF79A46B8}"/>
              </a:ext>
            </a:extLst>
          </p:cNvPr>
          <p:cNvSpPr/>
          <p:nvPr/>
        </p:nvSpPr>
        <p:spPr>
          <a:xfrm>
            <a:off x="3263920" y="3644113"/>
            <a:ext cx="1200150" cy="609600"/>
          </a:xfrm>
          <a:prstGeom prst="wedgeRoundRectCallout">
            <a:avLst>
              <a:gd name="adj1" fmla="val -3372"/>
              <a:gd name="adj2" fmla="val -12812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DATAQ</a:t>
            </a:r>
          </a:p>
          <a:p>
            <a:pPr algn="ctr"/>
            <a:r>
              <a:rPr lang="en-US" dirty="0"/>
              <a:t>DI-2108</a:t>
            </a:r>
          </a:p>
        </p:txBody>
      </p:sp>
      <p:sp>
        <p:nvSpPr>
          <p:cNvPr id="1027" name="Speech Bubble: Rectangle with Corners Rounded 1026">
            <a:extLst>
              <a:ext uri="{FF2B5EF4-FFF2-40B4-BE49-F238E27FC236}">
                <a16:creationId xmlns:a16="http://schemas.microsoft.com/office/drawing/2014/main" id="{0429923B-EFAE-F5B6-DE41-7ECFB707A795}"/>
              </a:ext>
            </a:extLst>
          </p:cNvPr>
          <p:cNvSpPr/>
          <p:nvPr/>
        </p:nvSpPr>
        <p:spPr>
          <a:xfrm>
            <a:off x="2354927" y="276525"/>
            <a:ext cx="1200150" cy="609600"/>
          </a:xfrm>
          <a:prstGeom prst="wedgeRoundRectCallout">
            <a:avLst>
              <a:gd name="adj1" fmla="val 80755"/>
              <a:gd name="adj2" fmla="val 9375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Interface</a:t>
            </a:r>
          </a:p>
          <a:p>
            <a:pPr algn="ctr"/>
            <a:r>
              <a:rPr lang="en-US" dirty="0"/>
              <a:t>Circuit</a:t>
            </a:r>
          </a:p>
        </p:txBody>
      </p:sp>
      <p:sp>
        <p:nvSpPr>
          <p:cNvPr id="1028" name="Speech Bubble: Rectangle with Corners Rounded 1027">
            <a:extLst>
              <a:ext uri="{FF2B5EF4-FFF2-40B4-BE49-F238E27FC236}">
                <a16:creationId xmlns:a16="http://schemas.microsoft.com/office/drawing/2014/main" id="{D3488FDA-DE8B-EEBE-DC17-CE5BC61C68B4}"/>
              </a:ext>
            </a:extLst>
          </p:cNvPr>
          <p:cNvSpPr/>
          <p:nvPr/>
        </p:nvSpPr>
        <p:spPr>
          <a:xfrm>
            <a:off x="787288" y="645425"/>
            <a:ext cx="1200150" cy="609600"/>
          </a:xfrm>
          <a:prstGeom prst="wedgeRoundRectCallout">
            <a:avLst>
              <a:gd name="adj1" fmla="val 44665"/>
              <a:gd name="adj2" fmla="val 12532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Clip to</a:t>
            </a:r>
          </a:p>
          <a:p>
            <a:pPr algn="ctr"/>
            <a:r>
              <a:rPr lang="en-US" dirty="0"/>
              <a:t>OLS DUT</a:t>
            </a:r>
          </a:p>
        </p:txBody>
      </p:sp>
      <p:sp>
        <p:nvSpPr>
          <p:cNvPr id="1029" name="Speech Bubble: Rectangle with Corners Rounded 1028">
            <a:extLst>
              <a:ext uri="{FF2B5EF4-FFF2-40B4-BE49-F238E27FC236}">
                <a16:creationId xmlns:a16="http://schemas.microsoft.com/office/drawing/2014/main" id="{C3D05654-2F60-22BF-575F-3B17C9389BA0}"/>
              </a:ext>
            </a:extLst>
          </p:cNvPr>
          <p:cNvSpPr/>
          <p:nvPr/>
        </p:nvSpPr>
        <p:spPr>
          <a:xfrm>
            <a:off x="4878606" y="3992402"/>
            <a:ext cx="1200150" cy="609600"/>
          </a:xfrm>
          <a:prstGeom prst="wedgeRoundRectCallout">
            <a:avLst>
              <a:gd name="adj1" fmla="val -63690"/>
              <a:gd name="adj2" fmla="val 11250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24Vdc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898CEBA-41A6-7695-4AD1-5D257EB7E5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3" t="14154" r="13960" b="70487"/>
          <a:stretch/>
        </p:blipFill>
        <p:spPr bwMode="auto">
          <a:xfrm>
            <a:off x="6747129" y="3833445"/>
            <a:ext cx="5205721" cy="3024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0DB8B5-9B64-6C64-CA35-9AC206E10F36}"/>
              </a:ext>
            </a:extLst>
          </p:cNvPr>
          <p:cNvSpPr txBox="1"/>
          <p:nvPr/>
        </p:nvSpPr>
        <p:spPr>
          <a:xfrm>
            <a:off x="7181409" y="4417255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C37CF-F9C5-8E2D-39CD-506D0089790F}"/>
              </a:ext>
            </a:extLst>
          </p:cNvPr>
          <p:cNvSpPr txBox="1"/>
          <p:nvPr/>
        </p:nvSpPr>
        <p:spPr>
          <a:xfrm>
            <a:off x="6918517" y="5001065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C9A35-116E-16BB-7ACC-574F8C7AB988}"/>
              </a:ext>
            </a:extLst>
          </p:cNvPr>
          <p:cNvSpPr txBox="1"/>
          <p:nvPr/>
        </p:nvSpPr>
        <p:spPr>
          <a:xfrm>
            <a:off x="8490414" y="4343568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8AB49-A9A6-7DA4-E14C-C11FE65ED059}"/>
              </a:ext>
            </a:extLst>
          </p:cNvPr>
          <p:cNvSpPr txBox="1"/>
          <p:nvPr/>
        </p:nvSpPr>
        <p:spPr>
          <a:xfrm>
            <a:off x="8540320" y="5754357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FCDE7-CD1E-D45C-5324-150E25E861AE}"/>
              </a:ext>
            </a:extLst>
          </p:cNvPr>
          <p:cNvSpPr txBox="1"/>
          <p:nvPr/>
        </p:nvSpPr>
        <p:spPr>
          <a:xfrm>
            <a:off x="8712964" y="4855363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90DBD0-CCCF-7710-C6DE-633142D50C18}"/>
              </a:ext>
            </a:extLst>
          </p:cNvPr>
          <p:cNvSpPr txBox="1"/>
          <p:nvPr/>
        </p:nvSpPr>
        <p:spPr>
          <a:xfrm>
            <a:off x="9847503" y="4205068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C0B71A-4877-6C94-FFB5-ACE6C33D55CB}"/>
              </a:ext>
            </a:extLst>
          </p:cNvPr>
          <p:cNvSpPr txBox="1"/>
          <p:nvPr/>
        </p:nvSpPr>
        <p:spPr>
          <a:xfrm>
            <a:off x="9847503" y="6006737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928172-DCA5-F365-24B4-537836F60973}"/>
              </a:ext>
            </a:extLst>
          </p:cNvPr>
          <p:cNvSpPr txBox="1"/>
          <p:nvPr/>
        </p:nvSpPr>
        <p:spPr>
          <a:xfrm>
            <a:off x="10287783" y="5722536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6BD17-AF64-52B4-8090-DB9A6A5FAD8D}"/>
              </a:ext>
            </a:extLst>
          </p:cNvPr>
          <p:cNvSpPr txBox="1"/>
          <p:nvPr/>
        </p:nvSpPr>
        <p:spPr>
          <a:xfrm>
            <a:off x="11515494" y="5478865"/>
            <a:ext cx="386324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4F0B9A-2B6F-78E4-C462-0376CCFCC7D3}"/>
              </a:ext>
            </a:extLst>
          </p:cNvPr>
          <p:cNvSpPr txBox="1"/>
          <p:nvPr/>
        </p:nvSpPr>
        <p:spPr>
          <a:xfrm>
            <a:off x="11089923" y="6109732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B71E6E-F461-2436-5EAE-2EEC9F225154}"/>
              </a:ext>
            </a:extLst>
          </p:cNvPr>
          <p:cNvSpPr txBox="1"/>
          <p:nvPr/>
        </p:nvSpPr>
        <p:spPr>
          <a:xfrm>
            <a:off x="10241308" y="4864071"/>
            <a:ext cx="416781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U1A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283AAF-46E7-7041-A2C8-332417105267}"/>
              </a:ext>
            </a:extLst>
          </p:cNvPr>
          <p:cNvSpPr txBox="1"/>
          <p:nvPr/>
        </p:nvSpPr>
        <p:spPr>
          <a:xfrm>
            <a:off x="8005965" y="5278064"/>
            <a:ext cx="28052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9ECFA9-7A54-8B41-5BBA-71F7BCCA7E5F}"/>
              </a:ext>
            </a:extLst>
          </p:cNvPr>
          <p:cNvSpPr txBox="1"/>
          <p:nvPr/>
        </p:nvSpPr>
        <p:spPr>
          <a:xfrm>
            <a:off x="11011375" y="4864072"/>
            <a:ext cx="419987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U1B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5A9855-FA12-70F0-8433-A8B63E145C1A}"/>
              </a:ext>
            </a:extLst>
          </p:cNvPr>
          <p:cNvSpPr txBox="1"/>
          <p:nvPr/>
        </p:nvSpPr>
        <p:spPr>
          <a:xfrm>
            <a:off x="9831372" y="4725571"/>
            <a:ext cx="28052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39A325-ADB0-6C5D-0E57-EC974462494C}"/>
              </a:ext>
            </a:extLst>
          </p:cNvPr>
          <p:cNvSpPr txBox="1"/>
          <p:nvPr/>
        </p:nvSpPr>
        <p:spPr>
          <a:xfrm>
            <a:off x="7978066" y="4909223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D8E50F-8370-4A6A-C145-D9B5B3C3754A}"/>
              </a:ext>
            </a:extLst>
          </p:cNvPr>
          <p:cNvSpPr txBox="1"/>
          <p:nvPr/>
        </p:nvSpPr>
        <p:spPr>
          <a:xfrm>
            <a:off x="8053408" y="5099138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6F6548-FEF8-1E52-62B9-F6B10E408705}"/>
              </a:ext>
            </a:extLst>
          </p:cNvPr>
          <p:cNvSpPr txBox="1"/>
          <p:nvPr/>
        </p:nvSpPr>
        <p:spPr>
          <a:xfrm>
            <a:off x="8142938" y="4993861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EE57EC-5BBF-1E61-44DF-3C0B58492D7F}"/>
              </a:ext>
            </a:extLst>
          </p:cNvPr>
          <p:cNvSpPr txBox="1"/>
          <p:nvPr/>
        </p:nvSpPr>
        <p:spPr>
          <a:xfrm>
            <a:off x="9480300" y="486132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A7F0A8-3351-C41C-32BE-2546DCBE1663}"/>
              </a:ext>
            </a:extLst>
          </p:cNvPr>
          <p:cNvSpPr txBox="1"/>
          <p:nvPr/>
        </p:nvSpPr>
        <p:spPr>
          <a:xfrm>
            <a:off x="9736906" y="488931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BA4FB8-A082-4C30-80E4-DBD602F78C33}"/>
              </a:ext>
            </a:extLst>
          </p:cNvPr>
          <p:cNvSpPr txBox="1"/>
          <p:nvPr/>
        </p:nvSpPr>
        <p:spPr>
          <a:xfrm>
            <a:off x="9632923" y="4770724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413BE8-7E65-56B1-EBB8-DECB4EE0A603}"/>
              </a:ext>
            </a:extLst>
          </p:cNvPr>
          <p:cNvSpPr txBox="1"/>
          <p:nvPr/>
        </p:nvSpPr>
        <p:spPr>
          <a:xfrm>
            <a:off x="10272180" y="510336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pic>
        <p:nvPicPr>
          <p:cNvPr id="30" name="Picture 29" descr="A diagram of a circuit&#10;&#10;AI-generated content may be incorrect.">
            <a:extLst>
              <a:ext uri="{FF2B5EF4-FFF2-40B4-BE49-F238E27FC236}">
                <a16:creationId xmlns:a16="http://schemas.microsoft.com/office/drawing/2014/main" id="{D9AAAE4D-9CBE-CB51-4203-752507CE87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61" b="5248"/>
          <a:stretch/>
        </p:blipFill>
        <p:spPr>
          <a:xfrm>
            <a:off x="6229369" y="773361"/>
            <a:ext cx="5962631" cy="363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99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C60E46-5212-DB8E-8547-63AFB5D6C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>
            <a:extLst>
              <a:ext uri="{FF2B5EF4-FFF2-40B4-BE49-F238E27FC236}">
                <a16:creationId xmlns:a16="http://schemas.microsoft.com/office/drawing/2014/main" id="{33289539-360D-D464-C5CC-B5EA4D4B95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" t="8812" r="1861" b="26795"/>
          <a:stretch/>
        </p:blipFill>
        <p:spPr bwMode="auto">
          <a:xfrm>
            <a:off x="190164" y="489587"/>
            <a:ext cx="5571100" cy="4926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" name="Speech Bubble: Rectangle with Corners Rounded 1024">
            <a:extLst>
              <a:ext uri="{FF2B5EF4-FFF2-40B4-BE49-F238E27FC236}">
                <a16:creationId xmlns:a16="http://schemas.microsoft.com/office/drawing/2014/main" id="{F6809101-A272-BEB3-7EE8-D15ECCAB0E74}"/>
              </a:ext>
            </a:extLst>
          </p:cNvPr>
          <p:cNvSpPr/>
          <p:nvPr/>
        </p:nvSpPr>
        <p:spPr>
          <a:xfrm>
            <a:off x="3263920" y="3644113"/>
            <a:ext cx="1200150" cy="609600"/>
          </a:xfrm>
          <a:prstGeom prst="wedgeRoundRectCallout">
            <a:avLst>
              <a:gd name="adj1" fmla="val -3372"/>
              <a:gd name="adj2" fmla="val -12812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DATAQ</a:t>
            </a:r>
          </a:p>
          <a:p>
            <a:pPr algn="ctr"/>
            <a:r>
              <a:rPr lang="en-US" dirty="0"/>
              <a:t>DI-2108</a:t>
            </a:r>
          </a:p>
        </p:txBody>
      </p:sp>
      <p:sp>
        <p:nvSpPr>
          <p:cNvPr id="1027" name="Speech Bubble: Rectangle with Corners Rounded 1026">
            <a:extLst>
              <a:ext uri="{FF2B5EF4-FFF2-40B4-BE49-F238E27FC236}">
                <a16:creationId xmlns:a16="http://schemas.microsoft.com/office/drawing/2014/main" id="{8BFCA9B5-B2FC-A160-AFC4-6AA0C9614769}"/>
              </a:ext>
            </a:extLst>
          </p:cNvPr>
          <p:cNvSpPr/>
          <p:nvPr/>
        </p:nvSpPr>
        <p:spPr>
          <a:xfrm>
            <a:off x="2354927" y="276525"/>
            <a:ext cx="1200150" cy="609600"/>
          </a:xfrm>
          <a:prstGeom prst="wedgeRoundRectCallout">
            <a:avLst>
              <a:gd name="adj1" fmla="val 80755"/>
              <a:gd name="adj2" fmla="val 9375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Interface</a:t>
            </a:r>
          </a:p>
          <a:p>
            <a:pPr algn="ctr"/>
            <a:r>
              <a:rPr lang="en-US" dirty="0"/>
              <a:t>Circuit</a:t>
            </a:r>
          </a:p>
        </p:txBody>
      </p:sp>
      <p:sp>
        <p:nvSpPr>
          <p:cNvPr id="1028" name="Speech Bubble: Rectangle with Corners Rounded 1027">
            <a:extLst>
              <a:ext uri="{FF2B5EF4-FFF2-40B4-BE49-F238E27FC236}">
                <a16:creationId xmlns:a16="http://schemas.microsoft.com/office/drawing/2014/main" id="{CF4DB082-2C22-B0C2-5EF7-00D500AC2732}"/>
              </a:ext>
            </a:extLst>
          </p:cNvPr>
          <p:cNvSpPr/>
          <p:nvPr/>
        </p:nvSpPr>
        <p:spPr>
          <a:xfrm>
            <a:off x="787288" y="645425"/>
            <a:ext cx="1200150" cy="609600"/>
          </a:xfrm>
          <a:prstGeom prst="wedgeRoundRectCallout">
            <a:avLst>
              <a:gd name="adj1" fmla="val 44665"/>
              <a:gd name="adj2" fmla="val 12532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Clip to</a:t>
            </a:r>
          </a:p>
          <a:p>
            <a:pPr algn="ctr"/>
            <a:r>
              <a:rPr lang="en-US" dirty="0"/>
              <a:t>OLS DUT</a:t>
            </a:r>
          </a:p>
        </p:txBody>
      </p:sp>
      <p:sp>
        <p:nvSpPr>
          <p:cNvPr id="1029" name="Speech Bubble: Rectangle with Corners Rounded 1028">
            <a:extLst>
              <a:ext uri="{FF2B5EF4-FFF2-40B4-BE49-F238E27FC236}">
                <a16:creationId xmlns:a16="http://schemas.microsoft.com/office/drawing/2014/main" id="{0DB941FB-EA2C-B735-66B4-6F5A3C8C7900}"/>
              </a:ext>
            </a:extLst>
          </p:cNvPr>
          <p:cNvSpPr/>
          <p:nvPr/>
        </p:nvSpPr>
        <p:spPr>
          <a:xfrm>
            <a:off x="4878606" y="3992402"/>
            <a:ext cx="1200150" cy="609600"/>
          </a:xfrm>
          <a:prstGeom prst="wedgeRoundRectCallout">
            <a:avLst>
              <a:gd name="adj1" fmla="val -63690"/>
              <a:gd name="adj2" fmla="val 11250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24Vdc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62EDA6E-6ACB-4F93-5D74-0E43762629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3" t="14154" r="13960" b="70487"/>
          <a:stretch/>
        </p:blipFill>
        <p:spPr bwMode="auto">
          <a:xfrm>
            <a:off x="1196947" y="4195001"/>
            <a:ext cx="5205721" cy="3024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CCB5B5-BC48-CC41-99D1-B881E2579047}"/>
              </a:ext>
            </a:extLst>
          </p:cNvPr>
          <p:cNvSpPr txBox="1"/>
          <p:nvPr/>
        </p:nvSpPr>
        <p:spPr>
          <a:xfrm>
            <a:off x="7181409" y="4417255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1E86B0-E992-B510-7AFA-7C33C01DF9DF}"/>
              </a:ext>
            </a:extLst>
          </p:cNvPr>
          <p:cNvSpPr txBox="1"/>
          <p:nvPr/>
        </p:nvSpPr>
        <p:spPr>
          <a:xfrm>
            <a:off x="6918517" y="5001065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11C95C-5B3D-FF82-7958-D8658D25ACE9}"/>
              </a:ext>
            </a:extLst>
          </p:cNvPr>
          <p:cNvSpPr txBox="1"/>
          <p:nvPr/>
        </p:nvSpPr>
        <p:spPr>
          <a:xfrm>
            <a:off x="8490414" y="4343568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519AB-5255-7F2D-0851-226027C96204}"/>
              </a:ext>
            </a:extLst>
          </p:cNvPr>
          <p:cNvSpPr txBox="1"/>
          <p:nvPr/>
        </p:nvSpPr>
        <p:spPr>
          <a:xfrm>
            <a:off x="8540320" y="5754357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5B4829-8A84-8B6C-0066-9998F74DDBA4}"/>
              </a:ext>
            </a:extLst>
          </p:cNvPr>
          <p:cNvSpPr txBox="1"/>
          <p:nvPr/>
        </p:nvSpPr>
        <p:spPr>
          <a:xfrm>
            <a:off x="8712964" y="4855363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5C42E7-66EF-6FED-DB71-B3E57453CA4E}"/>
              </a:ext>
            </a:extLst>
          </p:cNvPr>
          <p:cNvSpPr txBox="1"/>
          <p:nvPr/>
        </p:nvSpPr>
        <p:spPr>
          <a:xfrm>
            <a:off x="9847503" y="4205068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72DFB-314D-4FE6-065E-A22E9F5D4979}"/>
              </a:ext>
            </a:extLst>
          </p:cNvPr>
          <p:cNvSpPr txBox="1"/>
          <p:nvPr/>
        </p:nvSpPr>
        <p:spPr>
          <a:xfrm>
            <a:off x="9847503" y="6006737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DB5AB9-AB61-2C61-A518-875FBAA49947}"/>
              </a:ext>
            </a:extLst>
          </p:cNvPr>
          <p:cNvSpPr txBox="1"/>
          <p:nvPr/>
        </p:nvSpPr>
        <p:spPr>
          <a:xfrm>
            <a:off x="10287783" y="5722536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70AE44-33FE-87B8-FC3E-1DD6913F0450}"/>
              </a:ext>
            </a:extLst>
          </p:cNvPr>
          <p:cNvSpPr txBox="1"/>
          <p:nvPr/>
        </p:nvSpPr>
        <p:spPr>
          <a:xfrm>
            <a:off x="11515494" y="5478865"/>
            <a:ext cx="386324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7EB2DE-E19D-A5F7-EB53-C9B4315E58B4}"/>
              </a:ext>
            </a:extLst>
          </p:cNvPr>
          <p:cNvSpPr txBox="1"/>
          <p:nvPr/>
        </p:nvSpPr>
        <p:spPr>
          <a:xfrm>
            <a:off x="11089923" y="6109732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C9EAC2-1F55-F495-93EC-5ED9A96C5A6A}"/>
              </a:ext>
            </a:extLst>
          </p:cNvPr>
          <p:cNvSpPr txBox="1"/>
          <p:nvPr/>
        </p:nvSpPr>
        <p:spPr>
          <a:xfrm>
            <a:off x="10241308" y="4864071"/>
            <a:ext cx="416781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U1A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B7DE4B-568F-7E95-B2E2-975EF45FCC72}"/>
              </a:ext>
            </a:extLst>
          </p:cNvPr>
          <p:cNvSpPr txBox="1"/>
          <p:nvPr/>
        </p:nvSpPr>
        <p:spPr>
          <a:xfrm>
            <a:off x="8005965" y="5278064"/>
            <a:ext cx="28052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656CA3-619F-FB74-715B-29A835499FAB}"/>
              </a:ext>
            </a:extLst>
          </p:cNvPr>
          <p:cNvSpPr txBox="1"/>
          <p:nvPr/>
        </p:nvSpPr>
        <p:spPr>
          <a:xfrm>
            <a:off x="11011375" y="4864072"/>
            <a:ext cx="419987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U1B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A3D898-63F6-8F2F-CD8A-1A83FF0A818C}"/>
              </a:ext>
            </a:extLst>
          </p:cNvPr>
          <p:cNvSpPr txBox="1"/>
          <p:nvPr/>
        </p:nvSpPr>
        <p:spPr>
          <a:xfrm>
            <a:off x="9831372" y="4725571"/>
            <a:ext cx="28052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B3EE75-240E-B605-16C8-70967CF0B53A}"/>
              </a:ext>
            </a:extLst>
          </p:cNvPr>
          <p:cNvSpPr txBox="1"/>
          <p:nvPr/>
        </p:nvSpPr>
        <p:spPr>
          <a:xfrm>
            <a:off x="7978066" y="4909223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74203B-7B7E-C37B-5FF3-4D8C480F0C04}"/>
              </a:ext>
            </a:extLst>
          </p:cNvPr>
          <p:cNvSpPr txBox="1"/>
          <p:nvPr/>
        </p:nvSpPr>
        <p:spPr>
          <a:xfrm>
            <a:off x="8053408" y="5099138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B413B5-291F-38DA-B1EC-440656A71947}"/>
              </a:ext>
            </a:extLst>
          </p:cNvPr>
          <p:cNvSpPr txBox="1"/>
          <p:nvPr/>
        </p:nvSpPr>
        <p:spPr>
          <a:xfrm>
            <a:off x="8142938" y="4993861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4D921C-D88C-4886-A001-655886BA54A2}"/>
              </a:ext>
            </a:extLst>
          </p:cNvPr>
          <p:cNvSpPr txBox="1"/>
          <p:nvPr/>
        </p:nvSpPr>
        <p:spPr>
          <a:xfrm>
            <a:off x="9480300" y="486132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D559D5-83EA-6B74-FFCD-D1D3B8DBD09D}"/>
              </a:ext>
            </a:extLst>
          </p:cNvPr>
          <p:cNvSpPr txBox="1"/>
          <p:nvPr/>
        </p:nvSpPr>
        <p:spPr>
          <a:xfrm>
            <a:off x="9736906" y="488931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4175BD-EA6F-E773-EFC6-6756822E1CEC}"/>
              </a:ext>
            </a:extLst>
          </p:cNvPr>
          <p:cNvSpPr txBox="1"/>
          <p:nvPr/>
        </p:nvSpPr>
        <p:spPr>
          <a:xfrm>
            <a:off x="9632923" y="4770724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78F874-C3D4-8D61-40C2-52EC6C4CF148}"/>
              </a:ext>
            </a:extLst>
          </p:cNvPr>
          <p:cNvSpPr txBox="1"/>
          <p:nvPr/>
        </p:nvSpPr>
        <p:spPr>
          <a:xfrm>
            <a:off x="10272180" y="510336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pic>
        <p:nvPicPr>
          <p:cNvPr id="30" name="Picture 29" descr="A diagram of a circuit&#10;&#10;AI-generated content may be incorrect.">
            <a:extLst>
              <a:ext uri="{FF2B5EF4-FFF2-40B4-BE49-F238E27FC236}">
                <a16:creationId xmlns:a16="http://schemas.microsoft.com/office/drawing/2014/main" id="{FA27C199-9918-252E-AB7E-CDB3198EBB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61" b="5248"/>
          <a:stretch/>
        </p:blipFill>
        <p:spPr>
          <a:xfrm>
            <a:off x="6229369" y="773361"/>
            <a:ext cx="5962631" cy="3639069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02DFBAC5-FC50-9146-52C9-EE81CCBF4B0A}"/>
              </a:ext>
            </a:extLst>
          </p:cNvPr>
          <p:cNvSpPr/>
          <p:nvPr/>
        </p:nvSpPr>
        <p:spPr>
          <a:xfrm>
            <a:off x="3195578" y="4858338"/>
            <a:ext cx="1550450" cy="609600"/>
          </a:xfrm>
          <a:prstGeom prst="wedgeRoundRectCallout">
            <a:avLst>
              <a:gd name="adj1" fmla="val -121199"/>
              <a:gd name="adj2" fmla="val 8559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1K</a:t>
            </a:r>
            <a:r>
              <a:rPr lang="en-US" dirty="0">
                <a:sym typeface="Symbol" panose="05050102010706020507" pitchFamily="18" charset="2"/>
              </a:rPr>
              <a:t> Ref Resistor</a:t>
            </a:r>
            <a:endParaRPr lang="en-US" dirty="0"/>
          </a:p>
        </p:txBody>
      </p:sp>
      <p:sp>
        <p:nvSpPr>
          <p:cNvPr id="1024" name="Speech Bubble: Rectangle with Corners Rounded 1023">
            <a:extLst>
              <a:ext uri="{FF2B5EF4-FFF2-40B4-BE49-F238E27FC236}">
                <a16:creationId xmlns:a16="http://schemas.microsoft.com/office/drawing/2014/main" id="{C790C6D9-495F-7A4E-78F4-26514CF41632}"/>
              </a:ext>
            </a:extLst>
          </p:cNvPr>
          <p:cNvSpPr/>
          <p:nvPr/>
        </p:nvSpPr>
        <p:spPr>
          <a:xfrm>
            <a:off x="2454539" y="4228579"/>
            <a:ext cx="1550450" cy="609600"/>
          </a:xfrm>
          <a:prstGeom prst="wedgeRoundRectCallout">
            <a:avLst>
              <a:gd name="adj1" fmla="val -87395"/>
              <a:gd name="adj2" fmla="val 15327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100</a:t>
            </a:r>
            <a:r>
              <a:rPr lang="en-US" dirty="0">
                <a:sym typeface="Symbol" panose="05050102010706020507" pitchFamily="18" charset="2"/>
              </a:rPr>
              <a:t> Ref Resistor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375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7B95DC-AE26-545E-74D4-E3346C606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67" y="1637239"/>
            <a:ext cx="5206435" cy="3048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D80D74-ED88-3BB7-0C09-5E8A2531A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641" y="1637239"/>
            <a:ext cx="5744377" cy="4429743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23871A9-50F4-1DCA-FCEE-FB79EEE78E37}"/>
              </a:ext>
            </a:extLst>
          </p:cNvPr>
          <p:cNvSpPr/>
          <p:nvPr/>
        </p:nvSpPr>
        <p:spPr>
          <a:xfrm>
            <a:off x="8750320" y="2243254"/>
            <a:ext cx="2099816" cy="609600"/>
          </a:xfrm>
          <a:prstGeom prst="wedgeRoundRectCallout">
            <a:avLst>
              <a:gd name="adj1" fmla="val -40014"/>
              <a:gd name="adj2" fmla="val 16821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App</a:t>
            </a:r>
          </a:p>
          <a:p>
            <a:pPr algn="ctr"/>
            <a:r>
              <a:rPr lang="en-US" dirty="0"/>
              <a:t>Resistances Here</a:t>
            </a:r>
          </a:p>
        </p:txBody>
      </p:sp>
    </p:spTree>
    <p:extLst>
      <p:ext uri="{BB962C8B-B14F-4D97-AF65-F5344CB8AC3E}">
        <p14:creationId xmlns:p14="http://schemas.microsoft.com/office/powerpoint/2010/main" val="1999003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264C4-B85F-09F7-9CF7-B0CEE0D62C9E}"/>
              </a:ext>
            </a:extLst>
          </p:cNvPr>
          <p:cNvSpPr/>
          <p:nvPr/>
        </p:nvSpPr>
        <p:spPr>
          <a:xfrm>
            <a:off x="4745620" y="517968"/>
            <a:ext cx="474558" cy="169279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407676-FEBE-BA89-AF19-DAEFBC360C63}"/>
              </a:ext>
            </a:extLst>
          </p:cNvPr>
          <p:cNvCxnSpPr/>
          <p:nvPr/>
        </p:nvCxnSpPr>
        <p:spPr>
          <a:xfrm flipV="1">
            <a:off x="4745620" y="517968"/>
            <a:ext cx="0" cy="1692797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C8D1A2-EAEA-1D16-CE6C-02C7CA2190D2}"/>
              </a:ext>
            </a:extLst>
          </p:cNvPr>
          <p:cNvCxnSpPr/>
          <p:nvPr/>
        </p:nvCxnSpPr>
        <p:spPr>
          <a:xfrm flipV="1">
            <a:off x="7212956" y="517968"/>
            <a:ext cx="0" cy="1692797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3E5364-FE62-78B8-C5B7-8D25049D7DF9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6789795" y="1725867"/>
            <a:ext cx="423161" cy="9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AE5F3CB-5420-C72B-D20C-2FF3BD22A1A7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761048" y="1735673"/>
            <a:ext cx="629581" cy="13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04B0EB-2B97-9777-80A7-34C206B2376B}"/>
              </a:ext>
            </a:extLst>
          </p:cNvPr>
          <p:cNvCxnSpPr>
            <a:cxnSpLocks/>
          </p:cNvCxnSpPr>
          <p:nvPr/>
        </p:nvCxnSpPr>
        <p:spPr>
          <a:xfrm>
            <a:off x="5868365" y="1458410"/>
            <a:ext cx="2774703" cy="0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B69180-117D-8271-5306-8C86A1DE5AD4}"/>
              </a:ext>
            </a:extLst>
          </p:cNvPr>
          <p:cNvCxnSpPr>
            <a:cxnSpLocks/>
          </p:cNvCxnSpPr>
          <p:nvPr/>
        </p:nvCxnSpPr>
        <p:spPr>
          <a:xfrm flipV="1">
            <a:off x="3140765" y="696410"/>
            <a:ext cx="2544333" cy="12829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7865CD-349D-561C-51D2-361E6D676C9A}"/>
              </a:ext>
            </a:extLst>
          </p:cNvPr>
          <p:cNvCxnSpPr>
            <a:cxnSpLocks/>
          </p:cNvCxnSpPr>
          <p:nvPr/>
        </p:nvCxnSpPr>
        <p:spPr>
          <a:xfrm flipH="1" flipV="1">
            <a:off x="5685098" y="696410"/>
            <a:ext cx="183267" cy="762000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0EEF705-CA22-93EC-6079-4C9E5954BD7B}"/>
              </a:ext>
            </a:extLst>
          </p:cNvPr>
          <p:cNvSpPr txBox="1"/>
          <p:nvPr/>
        </p:nvSpPr>
        <p:spPr>
          <a:xfrm>
            <a:off x="7606495" y="1036182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</a:t>
            </a:r>
            <a:r>
              <a:rPr lang="en-US" sz="2400" dirty="0">
                <a:sym typeface="Symbol" panose="05050102010706020507" pitchFamily="18" charset="2"/>
              </a:rPr>
              <a:t>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FE4884-4A88-CCE5-0261-B6EDAF278D5B}"/>
              </a:ext>
            </a:extLst>
          </p:cNvPr>
          <p:cNvSpPr txBox="1"/>
          <p:nvPr/>
        </p:nvSpPr>
        <p:spPr>
          <a:xfrm>
            <a:off x="3502939" y="247574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200</a:t>
            </a:r>
            <a:r>
              <a:rPr lang="en-US" sz="2400" dirty="0">
                <a:sym typeface="Symbol" panose="05050102010706020507" pitchFamily="18" charset="2"/>
              </a:rPr>
              <a:t></a:t>
            </a:r>
            <a:endParaRPr lang="en-US" sz="2400" dirty="0"/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6848AC26-3DC5-85C0-F4AE-293F856340E9}"/>
              </a:ext>
            </a:extLst>
          </p:cNvPr>
          <p:cNvSpPr/>
          <p:nvPr/>
        </p:nvSpPr>
        <p:spPr>
          <a:xfrm>
            <a:off x="7511676" y="1711390"/>
            <a:ext cx="1069905" cy="552801"/>
          </a:xfrm>
          <a:prstGeom prst="wedgeRectCallout">
            <a:avLst>
              <a:gd name="adj1" fmla="val -81377"/>
              <a:gd name="adj2" fmla="val -47100"/>
            </a:avLst>
          </a:prstGeom>
          <a:ln w="952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Spec 1 Fill Hi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9A1B1952-1653-FC95-F879-936241B8CBD2}"/>
              </a:ext>
            </a:extLst>
          </p:cNvPr>
          <p:cNvSpPr/>
          <p:nvPr/>
        </p:nvSpPr>
        <p:spPr>
          <a:xfrm>
            <a:off x="3464134" y="1923878"/>
            <a:ext cx="1069905" cy="552801"/>
          </a:xfrm>
          <a:prstGeom prst="wedgeRectCallout">
            <a:avLst>
              <a:gd name="adj1" fmla="val 65677"/>
              <a:gd name="adj2" fmla="val -78421"/>
            </a:avLst>
          </a:prstGeom>
          <a:ln w="952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Spec 1 Fill Lo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CCEEE56-6018-E2CD-12D8-70E890454430}"/>
              </a:ext>
            </a:extLst>
          </p:cNvPr>
          <p:cNvCxnSpPr>
            <a:cxnSpLocks/>
            <a:stCxn id="4" idx="0"/>
          </p:cNvCxnSpPr>
          <p:nvPr/>
        </p:nvCxnSpPr>
        <p:spPr>
          <a:xfrm>
            <a:off x="4982899" y="517968"/>
            <a:ext cx="5790" cy="17853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F47CD9-B849-441A-1AE5-2E4C04A3085F}"/>
              </a:ext>
            </a:extLst>
          </p:cNvPr>
          <p:cNvSpPr txBox="1"/>
          <p:nvPr/>
        </p:nvSpPr>
        <p:spPr>
          <a:xfrm>
            <a:off x="5390629" y="1551007"/>
            <a:ext cx="1399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Switch Zone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8D52B474-14F5-0B27-65C2-CE06AB9AED59}"/>
              </a:ext>
            </a:extLst>
          </p:cNvPr>
          <p:cNvSpPr/>
          <p:nvPr/>
        </p:nvSpPr>
        <p:spPr>
          <a:xfrm>
            <a:off x="3140765" y="986837"/>
            <a:ext cx="1372395" cy="552801"/>
          </a:xfrm>
          <a:prstGeom prst="wedgeRectCallout">
            <a:avLst>
              <a:gd name="adj1" fmla="val 87317"/>
              <a:gd name="adj2" fmla="val 6338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Target  TP</a:t>
            </a:r>
          </a:p>
          <a:p>
            <a:pPr algn="ctr"/>
            <a:r>
              <a:rPr lang="en-US" dirty="0"/>
              <a:t>(Test point)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E39273-D01C-5B31-110C-B2E42095DF5E}"/>
              </a:ext>
            </a:extLst>
          </p:cNvPr>
          <p:cNvCxnSpPr>
            <a:cxnSpLocks/>
          </p:cNvCxnSpPr>
          <p:nvPr/>
        </p:nvCxnSpPr>
        <p:spPr>
          <a:xfrm flipV="1">
            <a:off x="5220178" y="276783"/>
            <a:ext cx="0" cy="192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39A35B4-2F9E-3FB1-ED09-A77050A3D681}"/>
              </a:ext>
            </a:extLst>
          </p:cNvPr>
          <p:cNvCxnSpPr>
            <a:cxnSpLocks/>
          </p:cNvCxnSpPr>
          <p:nvPr/>
        </p:nvCxnSpPr>
        <p:spPr>
          <a:xfrm flipV="1">
            <a:off x="4736472" y="286065"/>
            <a:ext cx="0" cy="192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D57EF51-DCF5-0E1C-97F4-D0F92D483A78}"/>
              </a:ext>
            </a:extLst>
          </p:cNvPr>
          <p:cNvCxnSpPr/>
          <p:nvPr/>
        </p:nvCxnSpPr>
        <p:spPr>
          <a:xfrm>
            <a:off x="4761048" y="381663"/>
            <a:ext cx="4591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916E970B-C98E-D62D-34ED-C215F84DF86C}"/>
              </a:ext>
            </a:extLst>
          </p:cNvPr>
          <p:cNvSpPr/>
          <p:nvPr/>
        </p:nvSpPr>
        <p:spPr>
          <a:xfrm>
            <a:off x="5759777" y="221318"/>
            <a:ext cx="1378500" cy="552801"/>
          </a:xfrm>
          <a:prstGeom prst="wedgeRectCallout">
            <a:avLst>
              <a:gd name="adj1" fmla="val -88299"/>
              <a:gd name="adj2" fmla="val -24086"/>
            </a:avLst>
          </a:prstGeom>
          <a:ln w="952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Target TP Uncertainty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DB00EC-17EA-9D0E-09AC-32915C22CECA}"/>
              </a:ext>
            </a:extLst>
          </p:cNvPr>
          <p:cNvSpPr txBox="1"/>
          <p:nvPr/>
        </p:nvSpPr>
        <p:spPr>
          <a:xfrm>
            <a:off x="5296989" y="1910533"/>
            <a:ext cx="1512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Set Point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A28BED-2942-92C9-6B75-0CDDB7509B58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4757876" y="2095199"/>
            <a:ext cx="5391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23D6A8B-E9E0-AF47-FB01-183211AFACEC}"/>
              </a:ext>
            </a:extLst>
          </p:cNvPr>
          <p:cNvSpPr txBox="1"/>
          <p:nvPr/>
        </p:nvSpPr>
        <p:spPr>
          <a:xfrm>
            <a:off x="5810942" y="864762"/>
            <a:ext cx="1459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Switch Point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7FE37CA-EF6D-F463-6C7F-94B0060B09B3}"/>
              </a:ext>
            </a:extLst>
          </p:cNvPr>
          <p:cNvCxnSpPr>
            <a:cxnSpLocks/>
          </p:cNvCxnSpPr>
          <p:nvPr/>
        </p:nvCxnSpPr>
        <p:spPr>
          <a:xfrm flipH="1">
            <a:off x="5794399" y="1165253"/>
            <a:ext cx="224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459FB81-6983-5455-3CE4-AFBB16A3EF42}"/>
              </a:ext>
            </a:extLst>
          </p:cNvPr>
          <p:cNvCxnSpPr/>
          <p:nvPr/>
        </p:nvCxnSpPr>
        <p:spPr>
          <a:xfrm>
            <a:off x="5787882" y="891249"/>
            <a:ext cx="0" cy="5194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7B5DB5-7A21-4AB1-BF75-AA420B1B2803}"/>
              </a:ext>
            </a:extLst>
          </p:cNvPr>
          <p:cNvCxnSpPr>
            <a:cxnSpLocks/>
          </p:cNvCxnSpPr>
          <p:nvPr/>
        </p:nvCxnSpPr>
        <p:spPr>
          <a:xfrm flipV="1">
            <a:off x="4997078" y="2281904"/>
            <a:ext cx="0" cy="192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FBC8C3-8DA0-C54E-F96E-BC7B08DDD8B1}"/>
              </a:ext>
            </a:extLst>
          </p:cNvPr>
          <p:cNvCxnSpPr>
            <a:cxnSpLocks/>
          </p:cNvCxnSpPr>
          <p:nvPr/>
        </p:nvCxnSpPr>
        <p:spPr>
          <a:xfrm flipV="1">
            <a:off x="4758696" y="2291186"/>
            <a:ext cx="0" cy="192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FD59327-81F0-4E76-92EB-9FD28CBE19A0}"/>
              </a:ext>
            </a:extLst>
          </p:cNvPr>
          <p:cNvCxnSpPr>
            <a:cxnSpLocks/>
          </p:cNvCxnSpPr>
          <p:nvPr/>
        </p:nvCxnSpPr>
        <p:spPr>
          <a:xfrm>
            <a:off x="4783272" y="2386784"/>
            <a:ext cx="1996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9E29E100-5B61-58C3-D686-9885F8ECB1DB}"/>
              </a:ext>
            </a:extLst>
          </p:cNvPr>
          <p:cNvSpPr/>
          <p:nvPr/>
        </p:nvSpPr>
        <p:spPr>
          <a:xfrm>
            <a:off x="5622875" y="2425067"/>
            <a:ext cx="1378500" cy="346966"/>
          </a:xfrm>
          <a:prstGeom prst="wedgeRectCallout">
            <a:avLst>
              <a:gd name="adj1" fmla="val -94771"/>
              <a:gd name="adj2" fmla="val -72295"/>
            </a:avLst>
          </a:prstGeom>
          <a:ln w="952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RNG_Stop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36C91C-AA0E-B1E8-5664-817CA55A0B0D}"/>
              </a:ext>
            </a:extLst>
          </p:cNvPr>
          <p:cNvSpPr/>
          <p:nvPr/>
        </p:nvSpPr>
        <p:spPr>
          <a:xfrm>
            <a:off x="6905240" y="3971126"/>
            <a:ext cx="474558" cy="169279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823A039-5BB0-646C-DDB7-20A04D662243}"/>
              </a:ext>
            </a:extLst>
          </p:cNvPr>
          <p:cNvCxnSpPr/>
          <p:nvPr/>
        </p:nvCxnSpPr>
        <p:spPr>
          <a:xfrm flipV="1">
            <a:off x="4875715" y="3971126"/>
            <a:ext cx="0" cy="1692797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8E5F96-9249-E806-1BEE-BF7C2F1AF366}"/>
              </a:ext>
            </a:extLst>
          </p:cNvPr>
          <p:cNvCxnSpPr/>
          <p:nvPr/>
        </p:nvCxnSpPr>
        <p:spPr>
          <a:xfrm flipV="1">
            <a:off x="7365356" y="3971126"/>
            <a:ext cx="0" cy="1692797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6208D1C-FCBE-7DFE-48D4-88B551A1FFCB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6942195" y="5179025"/>
            <a:ext cx="423161" cy="9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6FD2F7C-3E81-71FB-6E3D-EAF069B4F0FD}"/>
              </a:ext>
            </a:extLst>
          </p:cNvPr>
          <p:cNvCxnSpPr>
            <a:cxnSpLocks/>
          </p:cNvCxnSpPr>
          <p:nvPr/>
        </p:nvCxnSpPr>
        <p:spPr>
          <a:xfrm flipH="1">
            <a:off x="6920668" y="5188831"/>
            <a:ext cx="629581" cy="13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702F5E9-AD38-68B9-6D1E-A348BC54B719}"/>
              </a:ext>
            </a:extLst>
          </p:cNvPr>
          <p:cNvCxnSpPr>
            <a:cxnSpLocks/>
          </p:cNvCxnSpPr>
          <p:nvPr/>
        </p:nvCxnSpPr>
        <p:spPr>
          <a:xfrm>
            <a:off x="6020765" y="4911568"/>
            <a:ext cx="2774703" cy="0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11F6CB4-842A-1A50-44B7-CF5408D4521F}"/>
              </a:ext>
            </a:extLst>
          </p:cNvPr>
          <p:cNvCxnSpPr>
            <a:cxnSpLocks/>
          </p:cNvCxnSpPr>
          <p:nvPr/>
        </p:nvCxnSpPr>
        <p:spPr>
          <a:xfrm flipV="1">
            <a:off x="3293165" y="4149568"/>
            <a:ext cx="2544333" cy="12829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441EFB6-6BC5-0259-8022-5E81AD9408F7}"/>
              </a:ext>
            </a:extLst>
          </p:cNvPr>
          <p:cNvCxnSpPr>
            <a:cxnSpLocks/>
          </p:cNvCxnSpPr>
          <p:nvPr/>
        </p:nvCxnSpPr>
        <p:spPr>
          <a:xfrm flipH="1" flipV="1">
            <a:off x="5837498" y="4149568"/>
            <a:ext cx="183267" cy="762000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E5786C1-F973-5006-E815-646BD06CAC04}"/>
              </a:ext>
            </a:extLst>
          </p:cNvPr>
          <p:cNvSpPr txBox="1"/>
          <p:nvPr/>
        </p:nvSpPr>
        <p:spPr>
          <a:xfrm>
            <a:off x="7758895" y="4489340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</a:t>
            </a:r>
            <a:r>
              <a:rPr lang="en-US" sz="2400" dirty="0">
                <a:sym typeface="Symbol" panose="05050102010706020507" pitchFamily="18" charset="2"/>
              </a:rPr>
              <a:t></a:t>
            </a:r>
            <a:endParaRPr lang="en-US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9B56BC-6823-2DBF-DC02-9CA8C9ECA2C6}"/>
              </a:ext>
            </a:extLst>
          </p:cNvPr>
          <p:cNvSpPr txBox="1"/>
          <p:nvPr/>
        </p:nvSpPr>
        <p:spPr>
          <a:xfrm>
            <a:off x="3655339" y="3700732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200</a:t>
            </a:r>
            <a:r>
              <a:rPr lang="en-US" sz="2400" dirty="0">
                <a:sym typeface="Symbol" panose="05050102010706020507" pitchFamily="18" charset="2"/>
              </a:rPr>
              <a:t></a:t>
            </a:r>
            <a:endParaRPr lang="en-US" sz="2400" dirty="0"/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47A45A43-B1A8-F629-219B-53EBD713B376}"/>
              </a:ext>
            </a:extLst>
          </p:cNvPr>
          <p:cNvSpPr/>
          <p:nvPr/>
        </p:nvSpPr>
        <p:spPr>
          <a:xfrm>
            <a:off x="7664076" y="5164548"/>
            <a:ext cx="1069905" cy="552801"/>
          </a:xfrm>
          <a:prstGeom prst="wedgeRectCallout">
            <a:avLst>
              <a:gd name="adj1" fmla="val -81377"/>
              <a:gd name="adj2" fmla="val -47100"/>
            </a:avLst>
          </a:prstGeom>
          <a:ln w="952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Spec 1 Drain Hi</a:t>
            </a:r>
          </a:p>
        </p:txBody>
      </p:sp>
      <p:sp>
        <p:nvSpPr>
          <p:cNvPr id="43" name="Speech Bubble: Rectangle 42">
            <a:extLst>
              <a:ext uri="{FF2B5EF4-FFF2-40B4-BE49-F238E27FC236}">
                <a16:creationId xmlns:a16="http://schemas.microsoft.com/office/drawing/2014/main" id="{CFD053C9-A80C-4EAC-A9F5-0C49DFA4272B}"/>
              </a:ext>
            </a:extLst>
          </p:cNvPr>
          <p:cNvSpPr/>
          <p:nvPr/>
        </p:nvSpPr>
        <p:spPr>
          <a:xfrm>
            <a:off x="3616534" y="5377036"/>
            <a:ext cx="1069905" cy="552801"/>
          </a:xfrm>
          <a:prstGeom prst="wedgeRectCallout">
            <a:avLst>
              <a:gd name="adj1" fmla="val 65677"/>
              <a:gd name="adj2" fmla="val -78421"/>
            </a:avLst>
          </a:prstGeom>
          <a:ln w="952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Spec 1 Drain Lo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0873CA1-6869-DD4A-9F2F-FDF778CE8107}"/>
              </a:ext>
            </a:extLst>
          </p:cNvPr>
          <p:cNvCxnSpPr>
            <a:cxnSpLocks/>
            <a:stCxn id="32" idx="0"/>
          </p:cNvCxnSpPr>
          <p:nvPr/>
        </p:nvCxnSpPr>
        <p:spPr>
          <a:xfrm>
            <a:off x="7142519" y="3971126"/>
            <a:ext cx="5790" cy="17853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9174640-FDF3-0DE4-8C34-44823BD00CD4}"/>
              </a:ext>
            </a:extLst>
          </p:cNvPr>
          <p:cNvSpPr txBox="1"/>
          <p:nvPr/>
        </p:nvSpPr>
        <p:spPr>
          <a:xfrm>
            <a:off x="5543029" y="5004165"/>
            <a:ext cx="1399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Switch Zone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042C015D-0923-823F-8307-95973B3EC715}"/>
              </a:ext>
            </a:extLst>
          </p:cNvPr>
          <p:cNvSpPr/>
          <p:nvPr/>
        </p:nvSpPr>
        <p:spPr>
          <a:xfrm>
            <a:off x="7810001" y="3900651"/>
            <a:ext cx="1372395" cy="552801"/>
          </a:xfrm>
          <a:prstGeom prst="wedgeRectCallout">
            <a:avLst>
              <a:gd name="adj1" fmla="val -95910"/>
              <a:gd name="adj2" fmla="val 3735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Target  TP</a:t>
            </a:r>
          </a:p>
          <a:p>
            <a:pPr algn="ctr"/>
            <a:r>
              <a:rPr lang="en-US" dirty="0"/>
              <a:t>(Test point)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B1A4D6D-2D06-D277-7810-448D89F57E67}"/>
              </a:ext>
            </a:extLst>
          </p:cNvPr>
          <p:cNvCxnSpPr>
            <a:cxnSpLocks/>
          </p:cNvCxnSpPr>
          <p:nvPr/>
        </p:nvCxnSpPr>
        <p:spPr>
          <a:xfrm flipV="1">
            <a:off x="7379798" y="3729941"/>
            <a:ext cx="0" cy="192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2FA281C-3239-439E-A25B-DC68718F9EF4}"/>
              </a:ext>
            </a:extLst>
          </p:cNvPr>
          <p:cNvCxnSpPr>
            <a:cxnSpLocks/>
          </p:cNvCxnSpPr>
          <p:nvPr/>
        </p:nvCxnSpPr>
        <p:spPr>
          <a:xfrm flipV="1">
            <a:off x="6896092" y="3739223"/>
            <a:ext cx="0" cy="192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5165C6-9E1C-5813-7EFD-56B56686C2F7}"/>
              </a:ext>
            </a:extLst>
          </p:cNvPr>
          <p:cNvCxnSpPr/>
          <p:nvPr/>
        </p:nvCxnSpPr>
        <p:spPr>
          <a:xfrm>
            <a:off x="6920668" y="3834821"/>
            <a:ext cx="4591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Speech Bubble: Rectangle 49">
            <a:extLst>
              <a:ext uri="{FF2B5EF4-FFF2-40B4-BE49-F238E27FC236}">
                <a16:creationId xmlns:a16="http://schemas.microsoft.com/office/drawing/2014/main" id="{4AF21130-43FF-1348-853D-0104738F4AF5}"/>
              </a:ext>
            </a:extLst>
          </p:cNvPr>
          <p:cNvSpPr/>
          <p:nvPr/>
        </p:nvSpPr>
        <p:spPr>
          <a:xfrm>
            <a:off x="7760559" y="3271494"/>
            <a:ext cx="1378500" cy="552801"/>
          </a:xfrm>
          <a:prstGeom prst="wedgeRectCallout">
            <a:avLst>
              <a:gd name="adj1" fmla="val -75862"/>
              <a:gd name="adj2" fmla="val 51728"/>
            </a:avLst>
          </a:prstGeom>
          <a:ln w="952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Target TP Uncertainty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B2538A-8E59-B28A-98C9-7D623D2EA8B1}"/>
              </a:ext>
            </a:extLst>
          </p:cNvPr>
          <p:cNvSpPr txBox="1"/>
          <p:nvPr/>
        </p:nvSpPr>
        <p:spPr>
          <a:xfrm>
            <a:off x="5449389" y="5363691"/>
            <a:ext cx="1512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Set Point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990BB30-7654-F59F-C18E-1BC66C1904BD}"/>
              </a:ext>
            </a:extLst>
          </p:cNvPr>
          <p:cNvCxnSpPr>
            <a:cxnSpLocks/>
          </p:cNvCxnSpPr>
          <p:nvPr/>
        </p:nvCxnSpPr>
        <p:spPr>
          <a:xfrm flipH="1">
            <a:off x="6917496" y="5548357"/>
            <a:ext cx="5391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F115F87-B14E-DA3D-511E-5D142B4872EA}"/>
              </a:ext>
            </a:extLst>
          </p:cNvPr>
          <p:cNvSpPr txBox="1"/>
          <p:nvPr/>
        </p:nvSpPr>
        <p:spPr>
          <a:xfrm>
            <a:off x="4914665" y="4351257"/>
            <a:ext cx="951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Switch </a:t>
            </a:r>
          </a:p>
          <a:p>
            <a:r>
              <a:rPr lang="en-US" dirty="0"/>
              <a:t>Point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7F009E1-14A7-725A-85D4-E48EC21B358D}"/>
              </a:ext>
            </a:extLst>
          </p:cNvPr>
          <p:cNvCxnSpPr>
            <a:cxnSpLocks/>
          </p:cNvCxnSpPr>
          <p:nvPr/>
        </p:nvCxnSpPr>
        <p:spPr>
          <a:xfrm>
            <a:off x="5759777" y="4618411"/>
            <a:ext cx="1870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BB47B78-B1C4-1AC0-D81A-231D421665CF}"/>
              </a:ext>
            </a:extLst>
          </p:cNvPr>
          <p:cNvCxnSpPr/>
          <p:nvPr/>
        </p:nvCxnSpPr>
        <p:spPr>
          <a:xfrm>
            <a:off x="5940282" y="4344407"/>
            <a:ext cx="0" cy="5194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C23D417-A40F-2F20-0D64-63450EA88990}"/>
              </a:ext>
            </a:extLst>
          </p:cNvPr>
          <p:cNvCxnSpPr>
            <a:cxnSpLocks/>
          </p:cNvCxnSpPr>
          <p:nvPr/>
        </p:nvCxnSpPr>
        <p:spPr>
          <a:xfrm flipV="1">
            <a:off x="7368568" y="5735062"/>
            <a:ext cx="0" cy="192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252E7FC-A2DB-B45C-1ED6-A1A1953200BC}"/>
              </a:ext>
            </a:extLst>
          </p:cNvPr>
          <p:cNvCxnSpPr>
            <a:cxnSpLocks/>
          </p:cNvCxnSpPr>
          <p:nvPr/>
        </p:nvCxnSpPr>
        <p:spPr>
          <a:xfrm flipV="1">
            <a:off x="7130186" y="5744344"/>
            <a:ext cx="0" cy="192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4ECD829-3DA9-24B7-84CA-6EFED897079E}"/>
              </a:ext>
            </a:extLst>
          </p:cNvPr>
          <p:cNvCxnSpPr>
            <a:cxnSpLocks/>
          </p:cNvCxnSpPr>
          <p:nvPr/>
        </p:nvCxnSpPr>
        <p:spPr>
          <a:xfrm>
            <a:off x="7154762" y="5839942"/>
            <a:ext cx="1996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peech Bubble: Rectangle 58">
            <a:extLst>
              <a:ext uri="{FF2B5EF4-FFF2-40B4-BE49-F238E27FC236}">
                <a16:creationId xmlns:a16="http://schemas.microsoft.com/office/drawing/2014/main" id="{5F08A729-5FDA-62BD-A463-5DFFC48652E8}"/>
              </a:ext>
            </a:extLst>
          </p:cNvPr>
          <p:cNvSpPr/>
          <p:nvPr/>
        </p:nvSpPr>
        <p:spPr>
          <a:xfrm>
            <a:off x="5329549" y="5900851"/>
            <a:ext cx="1378500" cy="346966"/>
          </a:xfrm>
          <a:prstGeom prst="wedgeRectCallout">
            <a:avLst>
              <a:gd name="adj1" fmla="val 79814"/>
              <a:gd name="adj2" fmla="val -50334"/>
            </a:avLst>
          </a:prstGeom>
          <a:ln w="952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RNG_Stop</a:t>
            </a:r>
            <a:endParaRPr lang="en-US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CC3E890-017D-A963-3EC2-43B37E1FC337}"/>
              </a:ext>
            </a:extLst>
          </p:cNvPr>
          <p:cNvCxnSpPr/>
          <p:nvPr/>
        </p:nvCxnSpPr>
        <p:spPr>
          <a:xfrm flipH="1">
            <a:off x="3035820" y="6369383"/>
            <a:ext cx="5743074" cy="0"/>
          </a:xfrm>
          <a:prstGeom prst="straightConnector1">
            <a:avLst/>
          </a:prstGeom>
          <a:ln w="127000"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EAD7CD7-9059-1FAC-C951-D798A07C117F}"/>
              </a:ext>
            </a:extLst>
          </p:cNvPr>
          <p:cNvSpPr txBox="1"/>
          <p:nvPr/>
        </p:nvSpPr>
        <p:spPr>
          <a:xfrm>
            <a:off x="5400968" y="6377402"/>
            <a:ext cx="101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LEVEL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F060940-F02E-53D1-B161-4C269A0352CB}"/>
              </a:ext>
            </a:extLst>
          </p:cNvPr>
          <p:cNvSpPr txBox="1"/>
          <p:nvPr/>
        </p:nvSpPr>
        <p:spPr>
          <a:xfrm>
            <a:off x="2358903" y="6146569"/>
            <a:ext cx="676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Full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AC45A5-30B7-E6CB-1BE8-4537DBB04FC9}"/>
              </a:ext>
            </a:extLst>
          </p:cNvPr>
          <p:cNvSpPr txBox="1"/>
          <p:nvPr/>
        </p:nvSpPr>
        <p:spPr>
          <a:xfrm>
            <a:off x="8766714" y="6146569"/>
            <a:ext cx="106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4100104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5A7583-2161-616C-40AE-F28926B9B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520" y="594917"/>
            <a:ext cx="8306959" cy="5668166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6D2F5585-D8ED-81EA-D23F-E25EE67B7B69}"/>
              </a:ext>
            </a:extLst>
          </p:cNvPr>
          <p:cNvSpPr/>
          <p:nvPr/>
        </p:nvSpPr>
        <p:spPr>
          <a:xfrm>
            <a:off x="4451238" y="372375"/>
            <a:ext cx="1200150" cy="609600"/>
          </a:xfrm>
          <a:prstGeom prst="wedgeRoundRectCallout">
            <a:avLst>
              <a:gd name="adj1" fmla="val -69620"/>
              <a:gd name="adj2" fmla="val 12220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Numeric</a:t>
            </a:r>
          </a:p>
          <a:p>
            <a:pPr algn="ctr"/>
            <a:r>
              <a:rPr lang="en-US" dirty="0"/>
              <a:t>Outputs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F54BC3D4-EC9E-AD07-3ECC-B6C8681DE0E8}"/>
              </a:ext>
            </a:extLst>
          </p:cNvPr>
          <p:cNvSpPr/>
          <p:nvPr/>
        </p:nvSpPr>
        <p:spPr>
          <a:xfrm>
            <a:off x="8398398" y="1384311"/>
            <a:ext cx="1769730" cy="609600"/>
          </a:xfrm>
          <a:prstGeom prst="wedgeRoundRectCallout">
            <a:avLst>
              <a:gd name="adj1" fmla="val -46369"/>
              <a:gd name="adj2" fmla="val -9379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Test Protocol</a:t>
            </a:r>
          </a:p>
          <a:p>
            <a:pPr algn="ctr"/>
            <a:r>
              <a:rPr lang="en-US" dirty="0"/>
              <a:t>Current State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38E39CC5-CAE3-9053-952C-9BFD21EE7226}"/>
              </a:ext>
            </a:extLst>
          </p:cNvPr>
          <p:cNvSpPr/>
          <p:nvPr/>
        </p:nvSpPr>
        <p:spPr>
          <a:xfrm>
            <a:off x="7380366" y="5168889"/>
            <a:ext cx="1769730" cy="609600"/>
          </a:xfrm>
          <a:prstGeom prst="wedgeRoundRectCallout">
            <a:avLst>
              <a:gd name="adj1" fmla="val -46369"/>
              <a:gd name="adj2" fmla="val -9379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 A &amp; Ch B</a:t>
            </a:r>
          </a:p>
          <a:p>
            <a:pPr algn="ctr"/>
            <a:r>
              <a:rPr lang="en-US" dirty="0"/>
              <a:t>Resistance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AED94725-2CA4-309E-1CDF-BD43AA323D8A}"/>
              </a:ext>
            </a:extLst>
          </p:cNvPr>
          <p:cNvSpPr/>
          <p:nvPr/>
        </p:nvSpPr>
        <p:spPr>
          <a:xfrm>
            <a:off x="4114800" y="3565641"/>
            <a:ext cx="2106168" cy="609600"/>
          </a:xfrm>
          <a:prstGeom prst="wedgeRoundRectCallout">
            <a:avLst>
              <a:gd name="adj1" fmla="val 61619"/>
              <a:gd name="adj2" fmla="val 11170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Level Filling Shown</a:t>
            </a:r>
          </a:p>
          <a:p>
            <a:pPr algn="ctr"/>
            <a:r>
              <a:rPr lang="en-US" sz="1400" dirty="0"/>
              <a:t>(opposite of ATP Spec}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E582A454-E801-79F6-D794-384FA010F6FB}"/>
              </a:ext>
            </a:extLst>
          </p:cNvPr>
          <p:cNvSpPr/>
          <p:nvPr/>
        </p:nvSpPr>
        <p:spPr>
          <a:xfrm>
            <a:off x="3701430" y="2379929"/>
            <a:ext cx="960120" cy="374943"/>
          </a:xfrm>
          <a:prstGeom prst="wedgeRoundRectCallout">
            <a:avLst>
              <a:gd name="adj1" fmla="val -90762"/>
              <a:gd name="adj2" fmla="val 3520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FULL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C8C7C2A4-870D-DDEC-D268-B280E0F5294C}"/>
              </a:ext>
            </a:extLst>
          </p:cNvPr>
          <p:cNvSpPr/>
          <p:nvPr/>
        </p:nvSpPr>
        <p:spPr>
          <a:xfrm>
            <a:off x="3851515" y="5384741"/>
            <a:ext cx="960120" cy="374942"/>
          </a:xfrm>
          <a:prstGeom prst="wedgeRoundRectCallout">
            <a:avLst>
              <a:gd name="adj1" fmla="val -96476"/>
              <a:gd name="adj2" fmla="val -21111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2709220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F20AE7-EC76-5CB0-CB26-BDBF4B816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78" y="2000050"/>
            <a:ext cx="8192643" cy="2857899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67779E4-904D-8043-FD77-89E21AC23E5A}"/>
              </a:ext>
            </a:extLst>
          </p:cNvPr>
          <p:cNvSpPr/>
          <p:nvPr/>
        </p:nvSpPr>
        <p:spPr>
          <a:xfrm>
            <a:off x="4176918" y="1895297"/>
            <a:ext cx="1336914" cy="374943"/>
          </a:xfrm>
          <a:prstGeom prst="wedgeRoundRectCallout">
            <a:avLst>
              <a:gd name="adj1" fmla="val -90762"/>
              <a:gd name="adj2" fmla="val 1010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4195737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C4F108-0986-3C33-82E2-CE66822A7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33" y="1014510"/>
            <a:ext cx="1150343" cy="11480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98FECC-EC8F-DFFD-D45B-47E7D5074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836" y="989067"/>
            <a:ext cx="1150343" cy="11594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78F942-10CB-7ECC-260B-22E20CFDC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630" y="1017758"/>
            <a:ext cx="1150343" cy="11526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88E26C-BCD6-289A-920A-1C04E3B79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439" y="989067"/>
            <a:ext cx="1158584" cy="11725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C23F2D-F80F-51AF-51BB-DE8223B7C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7283" y="1014510"/>
            <a:ext cx="1132631" cy="11417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A92A28-F81C-561D-9DCA-4A6B89CD85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4174" y="995580"/>
            <a:ext cx="1150342" cy="11549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276967-12E7-C560-D6DC-D2A16EC550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8777" y="1014914"/>
            <a:ext cx="1143884" cy="114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63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1D53EB-BF56-547B-4A68-BC69E1360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80" y="485254"/>
            <a:ext cx="4580186" cy="35068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DE1AD6-6EF3-2E50-0CE2-152EB945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36" y="1245869"/>
            <a:ext cx="4257484" cy="2746269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8038FB2A-7843-3D1C-9375-0F18170877DD}"/>
              </a:ext>
            </a:extLst>
          </p:cNvPr>
          <p:cNvSpPr/>
          <p:nvPr/>
        </p:nvSpPr>
        <p:spPr>
          <a:xfrm>
            <a:off x="3408556" y="637654"/>
            <a:ext cx="3200400" cy="947853"/>
          </a:xfrm>
          <a:prstGeom prst="wedgeRoundRectCallout">
            <a:avLst>
              <a:gd name="adj1" fmla="val -22575"/>
              <a:gd name="adj2" fmla="val 10132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 Add a “Snapshot folder to the project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8B7DC752-930B-F621-822F-52975DEE7916}"/>
              </a:ext>
            </a:extLst>
          </p:cNvPr>
          <p:cNvSpPr/>
          <p:nvPr/>
        </p:nvSpPr>
        <p:spPr>
          <a:xfrm>
            <a:off x="6850082" y="637653"/>
            <a:ext cx="3200400" cy="947853"/>
          </a:xfrm>
          <a:prstGeom prst="wedgeRoundRectCallout">
            <a:avLst>
              <a:gd name="adj1" fmla="val 49202"/>
              <a:gd name="adj2" fmla="val 21191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 Slide the folder to be included to “Always Include” List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FD3A4F-375F-4D0C-4140-6278A70A3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94" y="3250784"/>
            <a:ext cx="5877724" cy="3432747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36E10ABB-ED75-CF5D-9D1D-3CD53E338864}"/>
              </a:ext>
            </a:extLst>
          </p:cNvPr>
          <p:cNvSpPr/>
          <p:nvPr/>
        </p:nvSpPr>
        <p:spPr>
          <a:xfrm>
            <a:off x="3875470" y="4967157"/>
            <a:ext cx="3200400" cy="947853"/>
          </a:xfrm>
          <a:prstGeom prst="wedgeRoundRectCallout">
            <a:avLst>
              <a:gd name="adj1" fmla="val -97837"/>
              <a:gd name="adj2" fmla="val 11426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 Press the ‘+’ to add the folder to the Destination.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026C41-E3CA-3EE6-D085-BE707A0A6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1874" y="3429000"/>
            <a:ext cx="5606245" cy="2634030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A729D552-39CF-8022-32F3-C01ABA2AC8BC}"/>
              </a:ext>
            </a:extLst>
          </p:cNvPr>
          <p:cNvSpPr/>
          <p:nvPr/>
        </p:nvSpPr>
        <p:spPr>
          <a:xfrm>
            <a:off x="8904996" y="2514599"/>
            <a:ext cx="3200400" cy="1828800"/>
          </a:xfrm>
          <a:prstGeom prst="wedgeRoundRectCallout">
            <a:avLst>
              <a:gd name="adj1" fmla="val -22227"/>
              <a:gd name="adj2" fmla="val 9719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 The destinations will show in the ‘Set destination” drop down so link each folder in the ‘project folder’ tree to its path in the destination dropdown.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E57A90-375E-9CAF-8E85-6661C19D10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491" y="1223654"/>
            <a:ext cx="6788453" cy="2544983"/>
          </a:xfrm>
          <a:prstGeom prst="rect">
            <a:avLst/>
          </a:prstGeom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A1D7A1D-37A1-90B0-6012-49155EB4EC98}"/>
              </a:ext>
            </a:extLst>
          </p:cNvPr>
          <p:cNvSpPr/>
          <p:nvPr/>
        </p:nvSpPr>
        <p:spPr>
          <a:xfrm>
            <a:off x="3560956" y="790054"/>
            <a:ext cx="3200400" cy="947853"/>
          </a:xfrm>
          <a:prstGeom prst="wedgeRoundRectCallout">
            <a:avLst>
              <a:gd name="adj1" fmla="val -74143"/>
              <a:gd name="adj2" fmla="val 6955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 In Advance, enable the Debugger as a bug workaround suggested by NI.</a:t>
            </a:r>
          </a:p>
        </p:txBody>
      </p:sp>
    </p:spTree>
    <p:extLst>
      <p:ext uri="{BB962C8B-B14F-4D97-AF65-F5344CB8AC3E}">
        <p14:creationId xmlns:p14="http://schemas.microsoft.com/office/powerpoint/2010/main" val="993420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0338AD-40D1-68E2-3522-89145AA40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8165" y="1855787"/>
            <a:ext cx="2849026" cy="435133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698E8A-57C6-8CDE-C446-D2E9A943D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776" y="1573873"/>
            <a:ext cx="7698059" cy="406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167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6AA79E-D07B-864E-0D02-512FC3666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13" y="0"/>
            <a:ext cx="111421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05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FE85E9-7C2C-4053-A7ED-DFC849D57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162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56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79D0B3-71C1-3B7E-82E8-A1619C688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84" y="0"/>
            <a:ext cx="11872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16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136A7-AB42-3329-85F9-0D2392E8A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9F08CD-ABAA-98CF-9CD8-A6BC3D3C7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356"/>
            <a:ext cx="12192000" cy="658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89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734AF6-F4C4-64B3-C81D-80EB0EB87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993"/>
            <a:ext cx="12192000" cy="630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02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ACD3EA-9AE8-24F2-1FB7-DE14DC727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93" y="899759"/>
            <a:ext cx="9231013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454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E28CFA-B456-82A3-06A3-109AF2AAC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46" y="844098"/>
            <a:ext cx="3419952" cy="5696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4468E5-867F-CFA1-F71B-4EEDA3CFF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267" y="1164206"/>
            <a:ext cx="2657846" cy="2715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C1BC79-D8F8-ACBC-088B-DE3B18270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7045" y="4289075"/>
            <a:ext cx="2495898" cy="1924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A6CC27-FD1F-C363-2BD8-5692CA270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9342" y="1015571"/>
            <a:ext cx="2048161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11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91F6BE-92A5-1A53-98A4-61DA0122B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52" y="175758"/>
            <a:ext cx="3572374" cy="6506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C41E13-0104-54C8-1C5C-9BB6D0EF9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813" y="2209630"/>
            <a:ext cx="3572374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96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B8D745-89F6-6B5F-ABC1-F1FF7D5282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200" b="31010"/>
          <a:stretch/>
        </p:blipFill>
        <p:spPr>
          <a:xfrm>
            <a:off x="5590699" y="3696346"/>
            <a:ext cx="4580952" cy="3161654"/>
          </a:xfrm>
          <a:prstGeom prst="rect">
            <a:avLst/>
          </a:prstGeom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239F0A57-FD56-B400-F5C2-FBD7D554C6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7" t="31559" r="34285" b="38441"/>
          <a:stretch/>
        </p:blipFill>
        <p:spPr bwMode="auto">
          <a:xfrm>
            <a:off x="9407472" y="4528595"/>
            <a:ext cx="2293749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1FB8957-77D8-DAD4-75C8-6CFFC837C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17" b="25712"/>
          <a:stretch/>
        </p:blipFill>
        <p:spPr bwMode="auto">
          <a:xfrm>
            <a:off x="700837" y="976393"/>
            <a:ext cx="4572000" cy="3552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D1934D-EED2-6F87-DDBD-ACE4092938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8145" y="109273"/>
            <a:ext cx="4580952" cy="61047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22DA59-68D1-74A1-CC68-C61261F8DE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3870" y="376619"/>
            <a:ext cx="4580952" cy="6104762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D74B0575-DB87-608D-FF4E-6DB3263CEAF0}"/>
              </a:ext>
            </a:extLst>
          </p:cNvPr>
          <p:cNvSpPr/>
          <p:nvPr/>
        </p:nvSpPr>
        <p:spPr>
          <a:xfrm>
            <a:off x="53027" y="1426880"/>
            <a:ext cx="1224366" cy="526941"/>
          </a:xfrm>
          <a:prstGeom prst="wedgeRectCallout">
            <a:avLst>
              <a:gd name="adj1" fmla="val 47521"/>
              <a:gd name="adj2" fmla="val 8603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MLOI Tester </a:t>
            </a:r>
          </a:p>
          <a:p>
            <a:pPr algn="ctr"/>
            <a:r>
              <a:rPr lang="en-US" sz="1400" dirty="0"/>
              <a:t>Workstation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27EEE033-02FF-2E1E-1CE7-DA010CA85D86}"/>
              </a:ext>
            </a:extLst>
          </p:cNvPr>
          <p:cNvSpPr/>
          <p:nvPr/>
        </p:nvSpPr>
        <p:spPr>
          <a:xfrm>
            <a:off x="88654" y="3161654"/>
            <a:ext cx="1224366" cy="526941"/>
          </a:xfrm>
          <a:prstGeom prst="wedgeRectCallout">
            <a:avLst>
              <a:gd name="adj1" fmla="val 55116"/>
              <a:gd name="adj2" fmla="val -1375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Instrument</a:t>
            </a:r>
          </a:p>
          <a:p>
            <a:pPr algn="ctr"/>
            <a:r>
              <a:rPr lang="en-US" sz="1400" dirty="0"/>
              <a:t>USB Hub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2B13FEAB-7B17-49A6-21DC-B0352AE094E9}"/>
              </a:ext>
            </a:extLst>
          </p:cNvPr>
          <p:cNvSpPr/>
          <p:nvPr/>
        </p:nvSpPr>
        <p:spPr>
          <a:xfrm>
            <a:off x="4924218" y="2774151"/>
            <a:ext cx="1224366" cy="274334"/>
          </a:xfrm>
          <a:prstGeom prst="wedgeRectCallout">
            <a:avLst>
              <a:gd name="adj1" fmla="val -73998"/>
              <a:gd name="adj2" fmla="val 13932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Test Tank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BEA6F53A-D221-8F3F-815D-2A5E53339393}"/>
              </a:ext>
            </a:extLst>
          </p:cNvPr>
          <p:cNvSpPr/>
          <p:nvPr/>
        </p:nvSpPr>
        <p:spPr>
          <a:xfrm>
            <a:off x="4624856" y="1907281"/>
            <a:ext cx="1471144" cy="526941"/>
          </a:xfrm>
          <a:prstGeom prst="wedgeRectCallout">
            <a:avLst>
              <a:gd name="adj1" fmla="val -78677"/>
              <a:gd name="adj2" fmla="val 5956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Test Tank Plate</a:t>
            </a:r>
          </a:p>
          <a:p>
            <a:pPr algn="ctr"/>
            <a:r>
              <a:rPr lang="en-US" sz="1400" dirty="0"/>
              <a:t>Level Datum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259210F4-1216-2966-C6CF-638D40E7F387}"/>
              </a:ext>
            </a:extLst>
          </p:cNvPr>
          <p:cNvSpPr/>
          <p:nvPr/>
        </p:nvSpPr>
        <p:spPr>
          <a:xfrm>
            <a:off x="3947077" y="708786"/>
            <a:ext cx="1224366" cy="419491"/>
          </a:xfrm>
          <a:prstGeom prst="wedgeRectCallout">
            <a:avLst>
              <a:gd name="adj1" fmla="val -62605"/>
              <a:gd name="adj2" fmla="val 9895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LK-G3000</a:t>
            </a:r>
          </a:p>
          <a:p>
            <a:pPr algn="ctr"/>
            <a:r>
              <a:rPr lang="en-US" sz="1400" dirty="0"/>
              <a:t>Laser Head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B8B455F5-EF9B-03CD-19BB-80C9FAADBC62}"/>
              </a:ext>
            </a:extLst>
          </p:cNvPr>
          <p:cNvSpPr/>
          <p:nvPr/>
        </p:nvSpPr>
        <p:spPr>
          <a:xfrm>
            <a:off x="2714741" y="580127"/>
            <a:ext cx="1224366" cy="419491"/>
          </a:xfrm>
          <a:prstGeom prst="wedgeRectCallout">
            <a:avLst>
              <a:gd name="adj1" fmla="val -19567"/>
              <a:gd name="adj2" fmla="val 27259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LK-G3000</a:t>
            </a:r>
          </a:p>
          <a:p>
            <a:pPr algn="ctr"/>
            <a:r>
              <a:rPr lang="en-US" sz="1400" dirty="0"/>
              <a:t>Control Unit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840D014C-B62B-08E1-463E-F2879E46A837}"/>
              </a:ext>
            </a:extLst>
          </p:cNvPr>
          <p:cNvSpPr/>
          <p:nvPr/>
        </p:nvSpPr>
        <p:spPr>
          <a:xfrm>
            <a:off x="3409720" y="3688595"/>
            <a:ext cx="1224366" cy="419491"/>
          </a:xfrm>
          <a:prstGeom prst="wedgeRectCallout">
            <a:avLst>
              <a:gd name="adj1" fmla="val -98049"/>
              <a:gd name="adj2" fmla="val -8208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18V7 Motor</a:t>
            </a:r>
          </a:p>
          <a:p>
            <a:pPr algn="ctr"/>
            <a:r>
              <a:rPr lang="en-US" sz="1400" dirty="0"/>
              <a:t>Controller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D9EAD79F-ED19-DF51-DD4A-D2484537F8B2}"/>
              </a:ext>
            </a:extLst>
          </p:cNvPr>
          <p:cNvSpPr/>
          <p:nvPr/>
        </p:nvSpPr>
        <p:spPr>
          <a:xfrm>
            <a:off x="1549613" y="682954"/>
            <a:ext cx="1192471" cy="419491"/>
          </a:xfrm>
          <a:prstGeom prst="wedgeRectCallout">
            <a:avLst>
              <a:gd name="adj1" fmla="val 44109"/>
              <a:gd name="adj2" fmla="val 22087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Instrument</a:t>
            </a:r>
          </a:p>
          <a:p>
            <a:pPr algn="ctr"/>
            <a:r>
              <a:rPr lang="en-US" sz="1400" dirty="0"/>
              <a:t>24Vdc Power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4BDBDCDD-FD25-F4C3-1804-185E9ADACBF6}"/>
              </a:ext>
            </a:extLst>
          </p:cNvPr>
          <p:cNvSpPr/>
          <p:nvPr/>
        </p:nvSpPr>
        <p:spPr>
          <a:xfrm>
            <a:off x="319060" y="860669"/>
            <a:ext cx="1224366" cy="419491"/>
          </a:xfrm>
          <a:prstGeom prst="wedgeRectCallout">
            <a:avLst>
              <a:gd name="adj1" fmla="val 100686"/>
              <a:gd name="adj2" fmla="val 25781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Pump</a:t>
            </a:r>
          </a:p>
          <a:p>
            <a:pPr algn="ctr"/>
            <a:r>
              <a:rPr lang="en-US" sz="1400" dirty="0"/>
              <a:t>24Vdc Power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527F45BE-36AE-E0C9-6F59-335804692ADF}"/>
              </a:ext>
            </a:extLst>
          </p:cNvPr>
          <p:cNvSpPr/>
          <p:nvPr/>
        </p:nvSpPr>
        <p:spPr>
          <a:xfrm>
            <a:off x="4312034" y="1232092"/>
            <a:ext cx="1596527" cy="419491"/>
          </a:xfrm>
          <a:prstGeom prst="wedgeRectCallout">
            <a:avLst>
              <a:gd name="adj1" fmla="val -74254"/>
              <a:gd name="adj2" fmla="val 18023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DataQ &amp; PCB</a:t>
            </a:r>
          </a:p>
          <a:p>
            <a:pPr algn="ctr"/>
            <a:r>
              <a:rPr lang="en-US" sz="1400" dirty="0"/>
              <a:t>Data Acquisition</a:t>
            </a:r>
          </a:p>
        </p:txBody>
      </p:sp>
    </p:spTree>
    <p:extLst>
      <p:ext uri="{BB962C8B-B14F-4D97-AF65-F5344CB8AC3E}">
        <p14:creationId xmlns:p14="http://schemas.microsoft.com/office/powerpoint/2010/main" val="2987218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9CAE0C-19FC-D94C-A799-C054249D39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491"/>
          <a:stretch/>
        </p:blipFill>
        <p:spPr>
          <a:xfrm>
            <a:off x="1046825" y="376619"/>
            <a:ext cx="4580952" cy="5342256"/>
          </a:xfrm>
          <a:prstGeom prst="rect">
            <a:avLst/>
          </a:prstGeom>
        </p:spPr>
      </p:pic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6BB11710-A5F7-73DF-98D8-835BD767EA08}"/>
              </a:ext>
            </a:extLst>
          </p:cNvPr>
          <p:cNvSpPr/>
          <p:nvPr/>
        </p:nvSpPr>
        <p:spPr>
          <a:xfrm>
            <a:off x="1622985" y="991891"/>
            <a:ext cx="1451675" cy="585061"/>
          </a:xfrm>
          <a:prstGeom prst="wedgeRectCallout">
            <a:avLst>
              <a:gd name="adj1" fmla="val 85496"/>
              <a:gd name="adj2" fmla="val 3603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Mitutoyo</a:t>
            </a:r>
          </a:p>
          <a:p>
            <a:pPr algn="ctr"/>
            <a:r>
              <a:rPr lang="en-US" sz="1600" dirty="0"/>
              <a:t>Depth Gage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35BEDCBB-9148-9AD3-9E24-AB69EBCB115F}"/>
              </a:ext>
            </a:extLst>
          </p:cNvPr>
          <p:cNvSpPr/>
          <p:nvPr/>
        </p:nvSpPr>
        <p:spPr>
          <a:xfrm>
            <a:off x="3693761" y="4885841"/>
            <a:ext cx="1451675" cy="585061"/>
          </a:xfrm>
          <a:prstGeom prst="wedgeRectCallout">
            <a:avLst>
              <a:gd name="adj1" fmla="val -75264"/>
              <a:gd name="adj2" fmla="val -11691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Tank Plate</a:t>
            </a:r>
          </a:p>
          <a:p>
            <a:pPr algn="ctr"/>
            <a:r>
              <a:rPr lang="en-US" sz="1600" dirty="0"/>
              <a:t>Zero Datum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01C9B4C8-063E-4199-4579-62D0205AD8F2}"/>
              </a:ext>
            </a:extLst>
          </p:cNvPr>
          <p:cNvSpPr/>
          <p:nvPr/>
        </p:nvSpPr>
        <p:spPr>
          <a:xfrm>
            <a:off x="2235168" y="3209695"/>
            <a:ext cx="1451675" cy="585061"/>
          </a:xfrm>
          <a:prstGeom prst="wedgeRectCallout">
            <a:avLst>
              <a:gd name="adj1" fmla="val -84125"/>
              <a:gd name="adj2" fmla="val -4338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12” Probe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E081E9-D2FD-66E3-BB0C-21A560F256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553"/>
          <a:stretch/>
        </p:blipFill>
        <p:spPr>
          <a:xfrm>
            <a:off x="6670384" y="411491"/>
            <a:ext cx="4580952" cy="5094283"/>
          </a:xfrm>
          <a:prstGeom prst="rect">
            <a:avLst/>
          </a:prstGeom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E7DB2F02-D05D-DD39-2281-699C25A61928}"/>
              </a:ext>
            </a:extLst>
          </p:cNvPr>
          <p:cNvSpPr/>
          <p:nvPr/>
        </p:nvSpPr>
        <p:spPr>
          <a:xfrm>
            <a:off x="8960860" y="5133814"/>
            <a:ext cx="1451675" cy="585061"/>
          </a:xfrm>
          <a:prstGeom prst="wedgeRectCallout">
            <a:avLst>
              <a:gd name="adj1" fmla="val -89143"/>
              <a:gd name="adj2" fmla="val -4803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Tank Plate</a:t>
            </a:r>
          </a:p>
          <a:p>
            <a:pPr algn="ctr"/>
            <a:r>
              <a:rPr lang="en-US" sz="1600" dirty="0"/>
              <a:t>Zero Datum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918E1E00-1499-D8CC-648B-AAC551B74DA2}"/>
              </a:ext>
            </a:extLst>
          </p:cNvPr>
          <p:cNvSpPr/>
          <p:nvPr/>
        </p:nvSpPr>
        <p:spPr>
          <a:xfrm>
            <a:off x="6020913" y="4364065"/>
            <a:ext cx="1751052" cy="585061"/>
          </a:xfrm>
          <a:prstGeom prst="wedgeRectCallout">
            <a:avLst>
              <a:gd name="adj1" fmla="val 74598"/>
              <a:gd name="adj2" fmla="val 6851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Probe touching Datum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9571D8BF-8DF2-5CBC-4569-D96AEBEC2F90}"/>
              </a:ext>
            </a:extLst>
          </p:cNvPr>
          <p:cNvSpPr/>
          <p:nvPr/>
        </p:nvSpPr>
        <p:spPr>
          <a:xfrm>
            <a:off x="7165165" y="1908874"/>
            <a:ext cx="1213599" cy="585061"/>
          </a:xfrm>
          <a:prstGeom prst="wedgeRectCallout">
            <a:avLst>
              <a:gd name="adj1" fmla="val 78429"/>
              <a:gd name="adj2" fmla="val 3673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Yellow Zero Button</a:t>
            </a:r>
          </a:p>
        </p:txBody>
      </p:sp>
    </p:spTree>
    <p:extLst>
      <p:ext uri="{BB962C8B-B14F-4D97-AF65-F5344CB8AC3E}">
        <p14:creationId xmlns:p14="http://schemas.microsoft.com/office/powerpoint/2010/main" val="1885543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30C0F02-02FC-82A4-FC76-44CA73ADE3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8" r="31968" b="16942"/>
          <a:stretch/>
        </p:blipFill>
        <p:spPr bwMode="auto">
          <a:xfrm>
            <a:off x="2557220" y="897408"/>
            <a:ext cx="2541722" cy="5063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07FC7C00-B4E0-996B-A1E1-C12B8F3FDA64}"/>
              </a:ext>
            </a:extLst>
          </p:cNvPr>
          <p:cNvSpPr/>
          <p:nvPr/>
        </p:nvSpPr>
        <p:spPr>
          <a:xfrm>
            <a:off x="3890074" y="5375530"/>
            <a:ext cx="1575663" cy="585061"/>
          </a:xfrm>
          <a:prstGeom prst="wedgeRectCallout">
            <a:avLst>
              <a:gd name="adj1" fmla="val -73297"/>
              <a:gd name="adj2" fmla="val -136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  <a:r>
              <a:rPr lang="en-US" sz="1600" baseline="30000" dirty="0"/>
              <a:t>st</a:t>
            </a:r>
            <a:r>
              <a:rPr lang="en-US" sz="1600" dirty="0"/>
              <a:t> OLS Position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EE310AEE-DD30-C6E4-D21A-351D83B1043B}"/>
              </a:ext>
            </a:extLst>
          </p:cNvPr>
          <p:cNvSpPr/>
          <p:nvPr/>
        </p:nvSpPr>
        <p:spPr>
          <a:xfrm>
            <a:off x="1769388" y="2025313"/>
            <a:ext cx="1575663" cy="585061"/>
          </a:xfrm>
          <a:prstGeom prst="wedgeRectCallout">
            <a:avLst>
              <a:gd name="adj1" fmla="val 63424"/>
              <a:gd name="adj2" fmla="val 7116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Adjustment Handle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CB20A270-9450-B243-1730-6CAD171DCD0E}"/>
              </a:ext>
            </a:extLst>
          </p:cNvPr>
          <p:cNvSpPr/>
          <p:nvPr/>
        </p:nvSpPr>
        <p:spPr>
          <a:xfrm>
            <a:off x="4311111" y="1588778"/>
            <a:ext cx="1575663" cy="585061"/>
          </a:xfrm>
          <a:prstGeom prst="wedgeRectCallout">
            <a:avLst>
              <a:gd name="adj1" fmla="val -42805"/>
              <a:gd name="adj2" fmla="val 10560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LCD Readout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882A6A-413D-F9CB-8C20-F497DD946B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737" y="3034028"/>
            <a:ext cx="3004462" cy="16501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84344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FBE360-C6C5-6AE5-B5D0-08127A1F4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68" y="937865"/>
            <a:ext cx="7621064" cy="4982270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1DB6A349-0F9D-2AA8-24FA-F35FB52FF746}"/>
              </a:ext>
            </a:extLst>
          </p:cNvPr>
          <p:cNvSpPr/>
          <p:nvPr/>
        </p:nvSpPr>
        <p:spPr>
          <a:xfrm>
            <a:off x="3828080" y="1102963"/>
            <a:ext cx="1888210" cy="585061"/>
          </a:xfrm>
          <a:prstGeom prst="wedgeRectCallout">
            <a:avLst>
              <a:gd name="adj1" fmla="val -96631"/>
              <a:gd name="adj2" fmla="val 3938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Program Running</a:t>
            </a:r>
          </a:p>
          <a:p>
            <a:pPr algn="ctr"/>
            <a:r>
              <a:rPr lang="en-US" sz="1600" dirty="0"/>
              <a:t>Indicator (Black)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2898B855-9C58-FA10-C9ED-7CAF77C722F0}"/>
              </a:ext>
            </a:extLst>
          </p:cNvPr>
          <p:cNvSpPr/>
          <p:nvPr/>
        </p:nvSpPr>
        <p:spPr>
          <a:xfrm>
            <a:off x="2756117" y="645334"/>
            <a:ext cx="1071963" cy="457629"/>
          </a:xfrm>
          <a:prstGeom prst="wedgeRectCallout">
            <a:avLst>
              <a:gd name="adj1" fmla="val -51490"/>
              <a:gd name="adj2" fmla="val 835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Menu bar </a:t>
            </a:r>
          </a:p>
        </p:txBody>
      </p:sp>
    </p:spTree>
    <p:extLst>
      <p:ext uri="{BB962C8B-B14F-4D97-AF65-F5344CB8AC3E}">
        <p14:creationId xmlns:p14="http://schemas.microsoft.com/office/powerpoint/2010/main" val="10613257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44B87-E37E-0AA4-A20D-A3EB1FC13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"/>
            <a:ext cx="10991850" cy="64007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DATAQ DI-2108 Bug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 am collecting two channels of analog input of a DI-2108 in a LabVIEW program based on the DATAQ sample VI at a rate of 50ms.  I have found a situation where the byte stream gets out of sequence when I change the load via mechanical connection.  I am trying to measure the resistance of the DUT (a reed switch-based level sensor) driven by @15ma fixed current sources, isolated from the DI-2108 and the signal divided to be in the 0-10VDC range.  On switch the DUT resistance, occasionally the DI-2108 data stream will get bit shifted where the noise bit moves from the LSB to somewhere closer to the MSB.  It is like the DI-2108 loses track of the start of the scan list. see attached.</a:t>
            </a:r>
          </a:p>
          <a:p>
            <a:pPr marL="0" indent="0">
              <a:buNone/>
            </a:pPr>
            <a:r>
              <a:rPr lang="en-US" dirty="0"/>
              <a:t>Not sure if it is related but I was not able to successfully create a LV event to trigger when the buffer became not empty, so I configured the DI-2108 to fill at least 16 bytes in the buffer but usually receiving a 32 byte packet every LV loop scheduled at 50ms.  In this configuration I get 1 or 2 null packets, NO DATA (0 bytes) available at the buffer out of about 40 minutes.  </a:t>
            </a:r>
          </a:p>
          <a:p>
            <a:pPr marL="0" indent="0">
              <a:buNone/>
            </a:pPr>
            <a:r>
              <a:rPr lang="en-US" dirty="0"/>
              <a:t>What could cause my data stream to get out of sync when I switch step resistor values?  I have to believe any step change at 15ma scale at the analog input could impact the communications port and byte stream?  How to recover and </a:t>
            </a:r>
            <a:r>
              <a:rPr lang="en-US" dirty="0" err="1"/>
              <a:t>resyc</a:t>
            </a:r>
            <a:r>
              <a:rPr lang="en-US" dirty="0"/>
              <a:t> the byte stream to the start of the scan list?</a:t>
            </a:r>
          </a:p>
        </p:txBody>
      </p:sp>
    </p:spTree>
    <p:extLst>
      <p:ext uri="{BB962C8B-B14F-4D97-AF65-F5344CB8AC3E}">
        <p14:creationId xmlns:p14="http://schemas.microsoft.com/office/powerpoint/2010/main" val="19636757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A2BBC8-BF78-7408-0817-3DB00F2C2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9" y="171927"/>
            <a:ext cx="5166327" cy="3455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BB7BD1-2C1F-F6D4-F358-323E3EF4D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058" y="1466097"/>
            <a:ext cx="1848108" cy="53919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4B6C79-573D-CB84-9C5D-74649C66A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8397" y="1399424"/>
            <a:ext cx="1390844" cy="5039428"/>
          </a:xfrm>
          <a:prstGeom prst="rect">
            <a:avLst/>
          </a:prstGeom>
        </p:spPr>
      </p:pic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661567BE-2A24-35CC-CC30-A700E40B18A0}"/>
              </a:ext>
            </a:extLst>
          </p:cNvPr>
          <p:cNvSpPr/>
          <p:nvPr/>
        </p:nvSpPr>
        <p:spPr>
          <a:xfrm>
            <a:off x="8799963" y="704572"/>
            <a:ext cx="3390900" cy="714375"/>
          </a:xfrm>
          <a:prstGeom prst="wedgeRectCallout">
            <a:avLst>
              <a:gd name="adj1" fmla="val 7819"/>
              <a:gd name="adj2" fmla="val 9983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GOOD  Notice the changing nibble is in the least significant digit and the hex codes for CHA and CH B are nearly the same. 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5EC825B1-1280-8F51-3098-8D2AA380020C}"/>
              </a:ext>
            </a:extLst>
          </p:cNvPr>
          <p:cNvSpPr/>
          <p:nvPr/>
        </p:nvSpPr>
        <p:spPr>
          <a:xfrm>
            <a:off x="5329086" y="599936"/>
            <a:ext cx="3390900" cy="714375"/>
          </a:xfrm>
          <a:prstGeom prst="wedgeRectCallout">
            <a:avLst>
              <a:gd name="adj1" fmla="val 39841"/>
              <a:gd name="adj2" fmla="val 10516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BAD  Notice the changing nibble is in the 3</a:t>
            </a:r>
            <a:r>
              <a:rPr lang="en-US" sz="1100" baseline="30000" dirty="0"/>
              <a:t>rd</a:t>
            </a:r>
            <a:r>
              <a:rPr lang="en-US" sz="1100" dirty="0"/>
              <a:t> digit from RHS and hex codes for CHA and CH B by 0x8000.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B294F5-E9DA-BEF4-1348-95F4705DA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118" y="3312913"/>
            <a:ext cx="6330511" cy="3545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1C4ABCD8-5A36-C8D6-C6A9-276D2E793DE3}"/>
              </a:ext>
            </a:extLst>
          </p:cNvPr>
          <p:cNvSpPr/>
          <p:nvPr/>
        </p:nvSpPr>
        <p:spPr>
          <a:xfrm>
            <a:off x="6426387" y="1952517"/>
            <a:ext cx="1848108" cy="612648"/>
          </a:xfrm>
          <a:prstGeom prst="wedgeEllipseCallout">
            <a:avLst>
              <a:gd name="adj1" fmla="val -92988"/>
              <a:gd name="adj2" fmla="val 27705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LabVIEW</a:t>
            </a:r>
          </a:p>
          <a:p>
            <a:r>
              <a:rPr lang="en-US" sz="1200" dirty="0"/>
              <a:t>Buffer Output</a:t>
            </a:r>
          </a:p>
          <a:p>
            <a:r>
              <a:rPr lang="en-US" sz="1200" dirty="0"/>
              <a:t>@ probe 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C76582-6554-8303-4A7D-04BAE94B5C27}"/>
              </a:ext>
            </a:extLst>
          </p:cNvPr>
          <p:cNvSpPr txBox="1"/>
          <p:nvPr/>
        </p:nvSpPr>
        <p:spPr>
          <a:xfrm>
            <a:off x="345619" y="3627382"/>
            <a:ext cx="1429640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stop</a:t>
            </a:r>
          </a:p>
          <a:p>
            <a:r>
              <a:rPr lang="en-US" dirty="0"/>
              <a:t>encode 0</a:t>
            </a:r>
          </a:p>
          <a:p>
            <a:r>
              <a:rPr lang="en-US" dirty="0"/>
              <a:t>slist 0 0</a:t>
            </a:r>
          </a:p>
          <a:p>
            <a:r>
              <a:rPr lang="en-US" dirty="0"/>
              <a:t>slist 1 1</a:t>
            </a:r>
          </a:p>
          <a:p>
            <a:r>
              <a:rPr lang="en-US" dirty="0"/>
              <a:t>filter 0 1</a:t>
            </a:r>
          </a:p>
          <a:p>
            <a:r>
              <a:rPr lang="en-US" dirty="0"/>
              <a:t>filter 1 1</a:t>
            </a:r>
          </a:p>
          <a:p>
            <a:r>
              <a:rPr lang="en-US" dirty="0"/>
              <a:t>srate 600</a:t>
            </a:r>
          </a:p>
          <a:p>
            <a:r>
              <a:rPr lang="en-US" dirty="0"/>
              <a:t>ps 2</a:t>
            </a:r>
          </a:p>
          <a:p>
            <a:r>
              <a:rPr lang="en-US" dirty="0"/>
              <a:t>dec 100</a:t>
            </a:r>
          </a:p>
          <a:p>
            <a:r>
              <a:rPr lang="en-US" dirty="0"/>
              <a:t>deca 1</a:t>
            </a:r>
          </a:p>
          <a:p>
            <a:r>
              <a:rPr lang="en-US" dirty="0"/>
              <a:t>nop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AAB101-67BC-B0E6-1B0B-B63B1EA6916F}"/>
              </a:ext>
            </a:extLst>
          </p:cNvPr>
          <p:cNvSpPr txBox="1"/>
          <p:nvPr/>
        </p:nvSpPr>
        <p:spPr>
          <a:xfrm>
            <a:off x="228099" y="3258050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 2108 Config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A860A7-3CA5-C51B-D329-68CAFBABF194}"/>
              </a:ext>
            </a:extLst>
          </p:cNvPr>
          <p:cNvSpPr txBox="1"/>
          <p:nvPr/>
        </p:nvSpPr>
        <p:spPr>
          <a:xfrm>
            <a:off x="2061446" y="6069520"/>
            <a:ext cx="3061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Executed in Loop every 50ms</a:t>
            </a:r>
          </a:p>
          <a:p>
            <a:r>
              <a:rPr lang="en-US" dirty="0"/>
              <a:t>LabVIEW running on Win 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E4FC74-FF0A-5F52-AA7E-B34940658CEF}"/>
              </a:ext>
            </a:extLst>
          </p:cNvPr>
          <p:cNvSpPr txBox="1"/>
          <p:nvPr/>
        </p:nvSpPr>
        <p:spPr>
          <a:xfrm>
            <a:off x="6085339" y="106162"/>
            <a:ext cx="6105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DATAQ DI-2108 Bug 1</a:t>
            </a:r>
          </a:p>
        </p:txBody>
      </p:sp>
    </p:spTree>
    <p:extLst>
      <p:ext uri="{BB962C8B-B14F-4D97-AF65-F5344CB8AC3E}">
        <p14:creationId xmlns:p14="http://schemas.microsoft.com/office/powerpoint/2010/main" val="386693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16366</TotalTime>
  <Words>1182</Words>
  <Application>Microsoft Office PowerPoint</Application>
  <PresentationFormat>Widescreen</PresentationFormat>
  <Paragraphs>310</Paragraphs>
  <Slides>35</Slides>
  <Notes>11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Aptos</vt:lpstr>
      <vt:lpstr>Aptos Display</vt:lpstr>
      <vt:lpstr>Arial</vt:lpstr>
      <vt:lpstr>Arial Nova</vt:lpstr>
      <vt:lpstr>Symbol</vt:lpstr>
      <vt:lpstr>Office Theme</vt:lpstr>
      <vt:lpstr>Hardware and Interface PCB block diagram</vt:lpstr>
      <vt:lpstr>PowerPoint Presentation</vt:lpstr>
      <vt:lpstr>PowerPoint Presentation</vt:lpstr>
      <vt:lpstr>PowerPoint Presentation</vt:lpstr>
      <vt:lpstr>PowerPoint Presentation</vt:lpstr>
      <vt:lpstr>Where to measure resistance to determine “has switched” PASS/FAIL</vt:lpstr>
      <vt:lpstr>Tank Level Response at various motor speeds</vt:lpstr>
      <vt:lpstr>Breadboard LT3092 Current Source  Drift over 15 hours</vt:lpstr>
      <vt:lpstr>Current source stability over 15 hrs,  Start and End trace,  2000 seconds each trace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Rick Ales Consulting</dc:creator>
  <cp:lastModifiedBy>Multi Level Oil Indicator</cp:lastModifiedBy>
  <cp:revision>36</cp:revision>
  <cp:lastPrinted>2026-01-07T21:01:14Z</cp:lastPrinted>
  <dcterms:created xsi:type="dcterms:W3CDTF">2024-04-23T13:48:51Z</dcterms:created>
  <dcterms:modified xsi:type="dcterms:W3CDTF">2026-01-07T21:10:48Z</dcterms:modified>
</cp:coreProperties>
</file>