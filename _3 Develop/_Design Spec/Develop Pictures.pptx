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8" r:id="rId2"/>
    <p:sldId id="274" r:id="rId3"/>
    <p:sldId id="273" r:id="rId4"/>
    <p:sldId id="266" r:id="rId5"/>
    <p:sldId id="264" r:id="rId6"/>
    <p:sldId id="262" r:id="rId7"/>
    <p:sldId id="263" r:id="rId8"/>
    <p:sldId id="269" r:id="rId9"/>
    <p:sldId id="258" r:id="rId10"/>
    <p:sldId id="265" r:id="rId11"/>
    <p:sldId id="267" r:id="rId12"/>
    <p:sldId id="261" r:id="rId13"/>
    <p:sldId id="257" r:id="rId14"/>
    <p:sldId id="272" r:id="rId15"/>
    <p:sldId id="260" r:id="rId16"/>
    <p:sldId id="256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7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0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390" y="78"/>
      </p:cViewPr>
      <p:guideLst>
        <p:guide orient="horz" pos="2160"/>
        <p:guide pos="381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1" cy="4587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1" cy="4587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100"/>
            </a:lvl1pPr>
          </a:lstStyle>
          <a:p>
            <a:fld id="{90B77117-200D-4C24-9444-A3272AC9270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1" y="4400550"/>
            <a:ext cx="5486400" cy="3600450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1" cy="4587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1" cy="4587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100"/>
            </a:lvl1pPr>
          </a:lstStyle>
          <a:p>
            <a:fld id="{F5D29D2A-19FD-4990-8A4B-A132B4321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B636D-4EB5-4B8B-955B-F313057433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33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0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25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0596-65C1-992C-09C0-C379294F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280F1-9F2D-7298-DA68-271DB0EA0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5E2D3-1BC5-8546-2204-0FFEA7E4A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80802-F55E-399E-6B2B-76C6A7FF7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44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31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9D88-43FD-8C21-6DEA-A94BD25B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02FED-ACEB-3C5C-9541-F9843C04F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17F6A-23FA-C2B3-D4BF-A3D09FE8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BA707-98AE-53A2-3071-55BD43E58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99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91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9D2A-19FD-4990-8A4B-A132B4321E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39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5058-7651-B552-2C57-DF3CCE567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B02A6-260C-4104-E792-61A302C7A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52463-2E5E-6719-A86E-7DBBADF4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1BC69-2572-47E2-2532-76301AF8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64AC0-D88A-A998-CE1A-A1CA84AC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0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30DC-07A5-8745-C926-2547E19E3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95F1-76C3-F09E-7DF7-31CCD9E87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5E34A-4E7A-85A4-2315-AC539BCCD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74F06-1064-B9A3-E9BF-5BFCD4D2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EE0E9-9B8B-1539-EB0F-603F792E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E75B-6FF6-1240-16A0-FC75D136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CCB81-73FE-F2F3-65F6-AEC542078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E293-2AB4-39D6-2B63-A95D9689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BB3F0-89A4-A6CB-D5AE-40D5CA6A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EDD41-87EF-F619-5D91-6CF09156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7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1DAA-FEC2-9F25-0415-7BA06157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FEAF0-357F-2764-AA87-8B11F6748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CCA77-5FDB-27C6-EF1B-CA2D2FD3A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84575-5421-0E2F-E335-2251D71F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F95E3-47CF-B427-0F0D-D6277F41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86FCB-BB1F-6196-C73D-A30C022C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0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8D252-F255-54C2-7279-94467FFAC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B7434-5C3B-21D3-F3CC-66FAC8938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C447F-DC2C-4580-A27F-F80DBDFC0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EC868-B659-E3DE-15A9-B12698E31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FC654-27C7-03E2-15EF-E384C7715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88F7B-08C8-EB50-749A-1A26D63B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E0747B-5D60-5E12-75C4-E3DA6591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E31BE-01A1-7BCE-3572-5B5089D1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29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549F-8A0B-0BF4-423D-E445BC48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C95DB-7B9D-823C-742A-21E262BD4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FF2AA-9E73-BEC2-820B-098F496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C3FC7-083C-A6AC-D289-9D7B628D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17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1BA22-E769-2030-B2BD-FB2C5C83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92DD7-CBB7-C2EB-77EB-2932AE8D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158C9-6B12-AA2D-268D-740A6270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0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D93A-6FDE-C562-2F4D-BAA239B2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1616C-0219-ABB5-0AAE-88FBB48C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705E0-37AB-E341-7FE2-FCCBBE645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E1D93-9074-F665-13DC-62E82B46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B0CE4-C172-07BA-7BF1-3AD98A23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34547-DB0F-7C48-2A46-E820E36B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2D26-9C34-91C6-0385-69A7A483B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35AF2-5922-EABD-67FC-807F7B212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81C43-13E3-3398-19A5-BCCC2709D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04D88-2C8E-2B97-01B0-8C57853E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3B5A8-F245-44F0-974E-4D9E08EC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E52DB-99B3-F2F7-2FDE-09D5B95D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B8D2-DCBC-A21F-4CFD-9B9F27A5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FC862-3BC5-DC7E-BB7A-10E6936AD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5D2AA-948A-C143-DF48-CE5E0A038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8D35F-75D2-1D73-85D5-6D26BCD8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24C28-8D52-61D7-0DDF-67EBA763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9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CDD06-7590-9E3F-8B0F-D2043E0C3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F1422-50C8-0398-80B2-0E0A2A725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D7215-393B-B2F1-88A5-3242B647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33B0C-C7CF-AD19-FBA6-5E00C25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E29A4-31EF-9266-E75E-462D517E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1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48BDF-C8EC-2F81-A33F-202E4B7B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FC265-B89A-E0AC-CB86-D17D0DD2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76BA9-7AAB-EE34-D128-EA8287E7F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29B18-9E45-4374-8673-2D4794710B0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B1684-C302-0431-DBEC-914DC505E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D7CC6-FE85-F637-D610-1E8470251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CE4FA-2D24-4BFE-8000-A85B6D95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9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image" Target="../media/image25.jpe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466EB-5660-B747-484B-BB8BAEB8E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61" y="834630"/>
            <a:ext cx="10223878" cy="602337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DE3BF39-A8DF-EEE8-990D-7FE75ED8D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863" y="116469"/>
            <a:ext cx="10515600" cy="735811"/>
          </a:xfrm>
        </p:spPr>
        <p:txBody>
          <a:bodyPr>
            <a:normAutofit/>
          </a:bodyPr>
          <a:lstStyle/>
          <a:p>
            <a:r>
              <a:rPr lang="en-US" sz="2400" dirty="0"/>
              <a:t>Hardware and Interface PCB block diagram</a:t>
            </a:r>
          </a:p>
        </p:txBody>
      </p:sp>
    </p:spTree>
    <p:extLst>
      <p:ext uri="{BB962C8B-B14F-4D97-AF65-F5344CB8AC3E}">
        <p14:creationId xmlns:p14="http://schemas.microsoft.com/office/powerpoint/2010/main" val="266564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5089-470B-4CE6-98E5-7B1C699D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6B730-EB95-BECB-C53F-E10A4652A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15" t="15883" r="56347" b="60989"/>
          <a:stretch>
            <a:fillRect/>
          </a:stretch>
        </p:blipFill>
        <p:spPr>
          <a:xfrm>
            <a:off x="4390300" y="2250578"/>
            <a:ext cx="2901752" cy="2414019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DA08BC2-07A2-912A-374D-325187E158D2}"/>
              </a:ext>
            </a:extLst>
          </p:cNvPr>
          <p:cNvSpPr/>
          <p:nvPr/>
        </p:nvSpPr>
        <p:spPr>
          <a:xfrm>
            <a:off x="2747272" y="2587082"/>
            <a:ext cx="1791273" cy="727507"/>
          </a:xfrm>
          <a:prstGeom prst="wedgeRoundRectCallout">
            <a:avLst>
              <a:gd name="adj1" fmla="val 74548"/>
              <a:gd name="adj2" fmla="val 11480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Error to exceed to exit STOP State.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EB835-21BC-AD82-082D-209EF367DE87}"/>
              </a:ext>
            </a:extLst>
          </p:cNvPr>
          <p:cNvSpPr txBox="1"/>
          <p:nvPr/>
        </p:nvSpPr>
        <p:spPr>
          <a:xfrm>
            <a:off x="2835197" y="4664597"/>
            <a:ext cx="6163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\OLS Level Test Project\PWC-OLS\Control Algorithm\mCTL_PumpController.vi</a:t>
            </a:r>
          </a:p>
        </p:txBody>
      </p:sp>
    </p:spTree>
    <p:extLst>
      <p:ext uri="{BB962C8B-B14F-4D97-AF65-F5344CB8AC3E}">
        <p14:creationId xmlns:p14="http://schemas.microsoft.com/office/powerpoint/2010/main" val="212064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3A6FC1-F457-80A4-BD74-B6F149F7D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984" y="1219086"/>
            <a:ext cx="4496031" cy="4419827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9CFC505-BA72-CBBE-978B-D5536C641570}"/>
              </a:ext>
            </a:extLst>
          </p:cNvPr>
          <p:cNvSpPr/>
          <p:nvPr/>
        </p:nvSpPr>
        <p:spPr>
          <a:xfrm>
            <a:off x="8234620" y="615245"/>
            <a:ext cx="1643026" cy="952500"/>
          </a:xfrm>
          <a:prstGeom prst="wedgeRoundRectCallout">
            <a:avLst>
              <a:gd name="adj1" fmla="val -70015"/>
              <a:gd name="adj2" fmla="val 70314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Enable Context Help</a:t>
            </a:r>
          </a:p>
        </p:txBody>
      </p:sp>
    </p:spTree>
    <p:extLst>
      <p:ext uri="{BB962C8B-B14F-4D97-AF65-F5344CB8AC3E}">
        <p14:creationId xmlns:p14="http://schemas.microsoft.com/office/powerpoint/2010/main" val="222739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D400-1713-B19B-093E-172A1CCC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B8C054-3081-D6B3-D27B-674E598DB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775" y="2281453"/>
            <a:ext cx="7392432" cy="45154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98A469-1C55-2760-61EA-7F1E5A0594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84"/>
          <a:stretch/>
        </p:blipFill>
        <p:spPr>
          <a:xfrm>
            <a:off x="7977622" y="68572"/>
            <a:ext cx="4235585" cy="2338161"/>
          </a:xfrm>
          <a:prstGeom prst="rect">
            <a:avLst/>
          </a:prstGeom>
        </p:spPr>
      </p:pic>
      <p:pic>
        <p:nvPicPr>
          <p:cNvPr id="1035" name="Picture 1034">
            <a:extLst>
              <a:ext uri="{FF2B5EF4-FFF2-40B4-BE49-F238E27FC236}">
                <a16:creationId xmlns:a16="http://schemas.microsoft.com/office/drawing/2014/main" id="{B69257BD-AB2E-B35E-482A-A2BB30B10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82" y="555799"/>
            <a:ext cx="4037597" cy="3701867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E6432BBD-A9D3-9C3B-9FC6-7C4D2BA7CD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"/>
          <a:stretch/>
        </p:blipFill>
        <p:spPr>
          <a:xfrm>
            <a:off x="19221" y="4076595"/>
            <a:ext cx="5682037" cy="2680834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B010ECB9-BA90-0C42-65E9-612DDAF33431}"/>
              </a:ext>
            </a:extLst>
          </p:cNvPr>
          <p:cNvSpPr txBox="1"/>
          <p:nvPr/>
        </p:nvSpPr>
        <p:spPr>
          <a:xfrm>
            <a:off x="32084" y="6603540"/>
            <a:ext cx="28966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500" dirty="0">
                <a:latin typeface="Arial Nova" panose="020F0502020204030204" pitchFamily="34" charset="0"/>
              </a:rPr>
              <a:t>DC Accuracy  +/-5mV @10V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1911C-574A-C816-166D-AD4DCE03D68A}"/>
              </a:ext>
            </a:extLst>
          </p:cNvPr>
          <p:cNvSpPr txBox="1"/>
          <p:nvPr/>
        </p:nvSpPr>
        <p:spPr>
          <a:xfrm>
            <a:off x="5170622" y="5047680"/>
            <a:ext cx="2957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Motor Controller Not Shown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28B29B0-648B-2755-F7AF-B5F3C3CDD2D3}"/>
              </a:ext>
            </a:extLst>
          </p:cNvPr>
          <p:cNvSpPr txBox="1">
            <a:spLocks/>
          </p:cNvSpPr>
          <p:nvPr/>
        </p:nvSpPr>
        <p:spPr>
          <a:xfrm>
            <a:off x="-1158" y="-36744"/>
            <a:ext cx="8129513" cy="5739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HW and Interface PCB Prototype Schematic and Assy Diagrams</a:t>
            </a:r>
          </a:p>
        </p:txBody>
      </p:sp>
    </p:spTree>
    <p:extLst>
      <p:ext uri="{BB962C8B-B14F-4D97-AF65-F5344CB8AC3E}">
        <p14:creationId xmlns:p14="http://schemas.microsoft.com/office/powerpoint/2010/main" val="191094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8D1E9C-A1AF-5A0D-8F28-340B9D92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39" t="15178"/>
          <a:stretch/>
        </p:blipFill>
        <p:spPr>
          <a:xfrm>
            <a:off x="2746130" y="1100663"/>
            <a:ext cx="9294628" cy="5099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A3649918-1CEE-650F-459F-2BA458A45B5E}"/>
              </a:ext>
            </a:extLst>
          </p:cNvPr>
          <p:cNvSpPr txBox="1">
            <a:spLocks/>
          </p:cNvSpPr>
          <p:nvPr/>
        </p:nvSpPr>
        <p:spPr>
          <a:xfrm>
            <a:off x="0" y="205666"/>
            <a:ext cx="12040758" cy="5143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Reed Switch, open-&gt;close step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90D5B-80B9-474B-AAC1-AEC29611A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5394"/>
            <a:ext cx="3985496" cy="49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7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139AA5-05FE-A9AA-7140-84EED3C3E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768848"/>
            <a:ext cx="10956758" cy="585753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35502-12B8-854B-5C1D-AD902F168993}"/>
              </a:ext>
            </a:extLst>
          </p:cNvPr>
          <p:cNvSpPr/>
          <p:nvPr/>
        </p:nvSpPr>
        <p:spPr>
          <a:xfrm>
            <a:off x="1501599" y="1104376"/>
            <a:ext cx="1680012" cy="4446739"/>
          </a:xfrm>
          <a:prstGeom prst="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3EF48-4069-5C4B-D3CB-79917609EBE8}"/>
              </a:ext>
            </a:extLst>
          </p:cNvPr>
          <p:cNvSpPr/>
          <p:nvPr/>
        </p:nvSpPr>
        <p:spPr>
          <a:xfrm>
            <a:off x="3181611" y="1104376"/>
            <a:ext cx="1478071" cy="4446739"/>
          </a:xfrm>
          <a:prstGeom prst="rect">
            <a:avLst/>
          </a:prstGeom>
          <a:solidFill>
            <a:schemeClr val="accent2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FD9152-39A4-8D13-1938-61DF908CFCC9}"/>
              </a:ext>
            </a:extLst>
          </p:cNvPr>
          <p:cNvSpPr/>
          <p:nvPr/>
        </p:nvSpPr>
        <p:spPr>
          <a:xfrm>
            <a:off x="5184251" y="1104377"/>
            <a:ext cx="1155443" cy="4446739"/>
          </a:xfrm>
          <a:prstGeom prst="rect">
            <a:avLst/>
          </a:prstGeom>
          <a:solidFill>
            <a:srgbClr val="00B05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Waiting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F5DF7B-5C9F-D51C-07EE-E4DFA5C315C7}"/>
              </a:ext>
            </a:extLst>
          </p:cNvPr>
          <p:cNvSpPr/>
          <p:nvPr/>
        </p:nvSpPr>
        <p:spPr>
          <a:xfrm>
            <a:off x="4659682" y="1104375"/>
            <a:ext cx="523045" cy="4446739"/>
          </a:xfrm>
          <a:prstGeom prst="rect">
            <a:avLst/>
          </a:prstGeom>
          <a:solidFill>
            <a:srgbClr val="92D05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7%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04A4CC40-F132-B58B-2C3A-B385745419CC}"/>
              </a:ext>
            </a:extLst>
          </p:cNvPr>
          <p:cNvSpPr txBox="1">
            <a:spLocks/>
          </p:cNvSpPr>
          <p:nvPr/>
        </p:nvSpPr>
        <p:spPr>
          <a:xfrm>
            <a:off x="-1158" y="-36744"/>
            <a:ext cx="8129513" cy="5739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Tank Level step response to 3-speed servo motor control</a:t>
            </a:r>
          </a:p>
        </p:txBody>
      </p:sp>
    </p:spTree>
    <p:extLst>
      <p:ext uri="{BB962C8B-B14F-4D97-AF65-F5344CB8AC3E}">
        <p14:creationId xmlns:p14="http://schemas.microsoft.com/office/powerpoint/2010/main" val="154332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1F973E-6DCF-7532-B4E7-52A34BC85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16" y="1035815"/>
            <a:ext cx="9541067" cy="5822185"/>
          </a:xfrm>
          <a:prstGeom prst="rect">
            <a:avLst/>
          </a:prstGeom>
        </p:spPr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B91CCE48-766C-E513-0662-A5FC9E41DBC9}"/>
              </a:ext>
            </a:extLst>
          </p:cNvPr>
          <p:cNvSpPr txBox="1">
            <a:spLocks/>
          </p:cNvSpPr>
          <p:nvPr/>
        </p:nvSpPr>
        <p:spPr>
          <a:xfrm>
            <a:off x="-1158" y="-36745"/>
            <a:ext cx="12040758" cy="932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Tank Level step response to 3-speed servo motor control </a:t>
            </a:r>
          </a:p>
          <a:p>
            <a:r>
              <a:rPr lang="en-US" sz="2400" dirty="0"/>
              <a:t>Zoomed into 3sec wait period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12762A-0AF8-BDAC-4C71-2343DB872F10}"/>
              </a:ext>
            </a:extLst>
          </p:cNvPr>
          <p:cNvCxnSpPr/>
          <p:nvPr/>
        </p:nvCxnSpPr>
        <p:spPr>
          <a:xfrm>
            <a:off x="2085474" y="1507958"/>
            <a:ext cx="6513094" cy="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11D1A2-90AF-F479-514C-A61FE6988BB1}"/>
              </a:ext>
            </a:extLst>
          </p:cNvPr>
          <p:cNvCxnSpPr/>
          <p:nvPr/>
        </p:nvCxnSpPr>
        <p:spPr>
          <a:xfrm>
            <a:off x="2085474" y="3777916"/>
            <a:ext cx="6513094" cy="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E945EDC-E43F-2264-8ACD-920EE778B7E3}"/>
              </a:ext>
            </a:extLst>
          </p:cNvPr>
          <p:cNvSpPr txBox="1"/>
          <p:nvPr/>
        </p:nvSpPr>
        <p:spPr>
          <a:xfrm>
            <a:off x="2229853" y="2458271"/>
            <a:ext cx="1637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 Uncertainty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F1BAB4-6A59-F3D6-148E-0DF4513D7093}"/>
              </a:ext>
            </a:extLst>
          </p:cNvPr>
          <p:cNvCxnSpPr/>
          <p:nvPr/>
        </p:nvCxnSpPr>
        <p:spPr>
          <a:xfrm flipV="1">
            <a:off x="3048699" y="1507958"/>
            <a:ext cx="0" cy="9503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5C976A-BF7F-7172-A61D-71263511935D}"/>
              </a:ext>
            </a:extLst>
          </p:cNvPr>
          <p:cNvCxnSpPr>
            <a:stCxn id="7" idx="2"/>
          </p:cNvCxnSpPr>
          <p:nvPr/>
        </p:nvCxnSpPr>
        <p:spPr>
          <a:xfrm>
            <a:off x="3048699" y="2827603"/>
            <a:ext cx="0" cy="9503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5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E988-7182-FDF2-CC5D-FABB3F76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612"/>
          </a:xfrm>
        </p:spPr>
        <p:txBody>
          <a:bodyPr>
            <a:normAutofit/>
          </a:bodyPr>
          <a:lstStyle/>
          <a:p>
            <a:r>
              <a:rPr lang="en-US" sz="2400" dirty="0"/>
              <a:t>Where to measure resistance to determine “has switched” PASS/FAIL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B12BE3-58FD-3C07-A142-CE93CA8DF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016" y="1444490"/>
            <a:ext cx="6116683" cy="2717733"/>
          </a:xfrm>
          <a:prstGeom prst="rect">
            <a:avLst/>
          </a:prstGeom>
          <a:noFill/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2848D4-3424-4731-0C00-0F1FDD4D8606}"/>
              </a:ext>
            </a:extLst>
          </p:cNvPr>
          <p:cNvCxnSpPr/>
          <p:nvPr/>
        </p:nvCxnSpPr>
        <p:spPr>
          <a:xfrm flipH="1">
            <a:off x="3035820" y="4604083"/>
            <a:ext cx="5743074" cy="0"/>
          </a:xfrm>
          <a:prstGeom prst="straightConnector1">
            <a:avLst/>
          </a:prstGeom>
          <a:ln w="127000"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0B97A9-8587-4A61-8C1D-7CD7A57E01C1}"/>
              </a:ext>
            </a:extLst>
          </p:cNvPr>
          <p:cNvSpPr txBox="1"/>
          <p:nvPr/>
        </p:nvSpPr>
        <p:spPr>
          <a:xfrm>
            <a:off x="5400968" y="4612102"/>
            <a:ext cx="101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B45DCA-87B8-4421-51AD-E2E983902588}"/>
              </a:ext>
            </a:extLst>
          </p:cNvPr>
          <p:cNvSpPr txBox="1"/>
          <p:nvPr/>
        </p:nvSpPr>
        <p:spPr>
          <a:xfrm>
            <a:off x="2358903" y="4381269"/>
            <a:ext cx="676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Full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885457-15F7-6F99-7B83-3ACB1E44AB40}"/>
              </a:ext>
            </a:extLst>
          </p:cNvPr>
          <p:cNvCxnSpPr/>
          <p:nvPr/>
        </p:nvCxnSpPr>
        <p:spPr>
          <a:xfrm>
            <a:off x="7347284" y="3336758"/>
            <a:ext cx="0" cy="109086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97B401-29CC-21DA-18E4-667DCBD93323}"/>
              </a:ext>
            </a:extLst>
          </p:cNvPr>
          <p:cNvCxnSpPr/>
          <p:nvPr/>
        </p:nvCxnSpPr>
        <p:spPr>
          <a:xfrm>
            <a:off x="4628142" y="3280612"/>
            <a:ext cx="0" cy="1090863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DCB6BC7-47C1-4C2E-7F8F-EF0B21A91990}"/>
              </a:ext>
            </a:extLst>
          </p:cNvPr>
          <p:cNvSpPr txBox="1"/>
          <p:nvPr/>
        </p:nvSpPr>
        <p:spPr>
          <a:xfrm>
            <a:off x="8766714" y="4381269"/>
            <a:ext cx="1066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Empty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C895EB-C463-795F-5747-87FDF2619A45}"/>
              </a:ext>
            </a:extLst>
          </p:cNvPr>
          <p:cNvSpPr txBox="1"/>
          <p:nvPr/>
        </p:nvSpPr>
        <p:spPr>
          <a:xfrm>
            <a:off x="1056625" y="5284794"/>
            <a:ext cx="9701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Target Test Point Level  (TP)  will be set to ½ the level measurement uncertainty after 3 second settling time, prior to the specified upper bound of the Switch Zone.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REQUIREMENT:  The Target  Test Point uncertainty shall not exceed ???”.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9D2422C-C698-5D2B-CB00-CC29ACC14D9C}"/>
              </a:ext>
            </a:extLst>
          </p:cNvPr>
          <p:cNvSpPr/>
          <p:nvPr/>
        </p:nvSpPr>
        <p:spPr>
          <a:xfrm>
            <a:off x="8496723" y="5633009"/>
            <a:ext cx="1606364" cy="503897"/>
          </a:xfrm>
          <a:prstGeom prst="wedgeRoundRectCallout">
            <a:avLst>
              <a:gd name="adj1" fmla="val -64774"/>
              <a:gd name="adj2" fmla="val 8478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be defined</a:t>
            </a:r>
          </a:p>
        </p:txBody>
      </p:sp>
    </p:spTree>
    <p:extLst>
      <p:ext uri="{BB962C8B-B14F-4D97-AF65-F5344CB8AC3E}">
        <p14:creationId xmlns:p14="http://schemas.microsoft.com/office/powerpoint/2010/main" val="169349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88C4F-7029-D810-3078-BCF31F22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54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Tank Level Response at various motor speeds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75FA-F5DA-C361-1A71-D2172F4F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75"/>
            <a:ext cx="61137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Using the </a:t>
            </a:r>
            <a:r>
              <a:rPr lang="en-US" sz="2000" dirty="0" err="1"/>
              <a:t>Pololu</a:t>
            </a:r>
            <a:r>
              <a:rPr lang="en-US" sz="2000" dirty="0"/>
              <a:t> MC18V7 PWM motor controller with Vs set to 24Vdc,  The </a:t>
            </a:r>
            <a:r>
              <a:rPr lang="en-US" sz="2000" dirty="0">
                <a:sym typeface="Symbol" panose="05050102010706020507" pitchFamily="18" charset="2"/>
              </a:rPr>
              <a:t> Level was measure for 30 seconds at various percent of max speed (100% duty cycle) for both FILL and DRAIN at near EMPTY and near FULL.</a:t>
            </a:r>
          </a:p>
          <a:p>
            <a:pPr marL="0" indent="0">
              <a:buNone/>
            </a:pPr>
            <a:r>
              <a:rPr lang="en-US" sz="2000" dirty="0">
                <a:sym typeface="Symbol" panose="05050102010706020507" pitchFamily="18" charset="2"/>
              </a:rPr>
              <a:t>The response has a minor shift at each case but is basically linear down to about 5% resulting in fill rate of about 0.1”/min where the control becomes unstable by 4% as shown in the ‘Zoomed In Plot.</a:t>
            </a:r>
          </a:p>
          <a:p>
            <a:pPr marL="0" indent="0">
              <a:buNone/>
            </a:pPr>
            <a:r>
              <a:rPr lang="en-US" sz="2000" b="1" u="sng" dirty="0">
                <a:sym typeface="Symbol" panose="05050102010706020507" pitchFamily="18" charset="2"/>
              </a:rPr>
              <a:t>Without doing an extensive fluid analysis, this response is assumed to be adequate for the MLOI application. </a:t>
            </a:r>
          </a:p>
          <a:p>
            <a:pPr marL="0" indent="0">
              <a:buNone/>
            </a:pPr>
            <a:r>
              <a:rPr lang="en-US" sz="1600" dirty="0">
                <a:sym typeface="Symbol" panose="05050102010706020507" pitchFamily="18" charset="2"/>
              </a:rPr>
              <a:t>Data from </a:t>
            </a:r>
            <a:r>
              <a:rPr lang="en-US" sz="1600" dirty="0" err="1">
                <a:sym typeface="Symbol" panose="05050102010706020507" pitchFamily="18" charset="2"/>
              </a:rPr>
              <a:t>mloi</a:t>
            </a:r>
            <a:r>
              <a:rPr lang="en-US" sz="1600" dirty="0">
                <a:sym typeface="Symbol" panose="05050102010706020507" pitchFamily="18" charset="2"/>
              </a:rPr>
              <a:t>:\</a:t>
            </a:r>
            <a:r>
              <a:rPr lang="en-US" sz="1600" dirty="0" err="1">
                <a:sym typeface="Symbol" panose="05050102010706020507" pitchFamily="18" charset="2"/>
              </a:rPr>
              <a:t>PM_Folder</a:t>
            </a:r>
            <a:r>
              <a:rPr lang="en-US" sz="1600" dirty="0">
                <a:sym typeface="Symbol" panose="05050102010706020507" pitchFamily="18" charset="2"/>
              </a:rPr>
              <a:t>\_3 Develop\Design Calculations.xlsx sheet Tank.  3/4/2025 R. Ales</a:t>
            </a:r>
          </a:p>
          <a:p>
            <a:pPr marL="0" indent="0">
              <a:buNone/>
            </a:pPr>
            <a:endParaRPr lang="en-US" sz="2000" dirty="0">
              <a:sym typeface="Symbol" panose="05050102010706020507" pitchFamily="18" charset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D5C051-3120-E3B0-331F-9950727F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716" y="914144"/>
            <a:ext cx="4584589" cy="2755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56FB39-74ED-21F0-A6FA-0485B7313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716" y="3737244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84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0FA72B-587D-ADFB-B3B6-D42EDA9C6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2" y="1117493"/>
            <a:ext cx="4961896" cy="5614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818CA0-62E0-4EC7-F152-7C616045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16" y="1065628"/>
            <a:ext cx="4961896" cy="2755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D96ED8-6007-4B55-1D86-8FD156EE1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866" y="2750189"/>
            <a:ext cx="2439654" cy="646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7576D8-3750-85F6-B292-56ECF8A42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865" y="1117493"/>
            <a:ext cx="2439653" cy="1417322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A77E60FE-4F32-ABFB-9BBC-41FB9877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84" y="382938"/>
            <a:ext cx="10515600" cy="454497"/>
          </a:xfrm>
        </p:spPr>
        <p:txBody>
          <a:bodyPr>
            <a:normAutofit/>
          </a:bodyPr>
          <a:lstStyle/>
          <a:p>
            <a:r>
              <a:rPr lang="en-US" sz="2400" dirty="0"/>
              <a:t>Breadboard LT3092 Current Source  Drift over 15 hours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D407EA-87F0-B6ED-13DF-2E3B5256B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67265"/>
            <a:ext cx="4584589" cy="266513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9FB1E2-1649-412C-84EC-77C6F55E3C07}"/>
              </a:ext>
            </a:extLst>
          </p:cNvPr>
          <p:cNvCxnSpPr/>
          <p:nvPr/>
        </p:nvCxnSpPr>
        <p:spPr>
          <a:xfrm>
            <a:off x="3735092" y="3192651"/>
            <a:ext cx="3099661" cy="1704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62E7068-F37D-C4A4-FC30-578BF9BF2D47}"/>
              </a:ext>
            </a:extLst>
          </p:cNvPr>
          <p:cNvSpPr txBox="1"/>
          <p:nvPr/>
        </p:nvSpPr>
        <p:spPr>
          <a:xfrm rot="1723679">
            <a:off x="5166069" y="4060063"/>
            <a:ext cx="1349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327492"/>
                </a:solidFill>
              </a:rPr>
              <a:t>One Plot (marker)</a:t>
            </a:r>
          </a:p>
        </p:txBody>
      </p:sp>
    </p:spTree>
    <p:extLst>
      <p:ext uri="{BB962C8B-B14F-4D97-AF65-F5344CB8AC3E}">
        <p14:creationId xmlns:p14="http://schemas.microsoft.com/office/powerpoint/2010/main" val="332962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826D9C-604D-20AD-3B60-0EEEBE6A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17"/>
          <a:stretch/>
        </p:blipFill>
        <p:spPr>
          <a:xfrm>
            <a:off x="0" y="1307758"/>
            <a:ext cx="12192000" cy="24433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699075-2592-5B4F-82F0-C5F944DD1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28548"/>
            <a:ext cx="12192000" cy="2443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25BDA6-2293-93FF-F3E0-EA180278B36F}"/>
              </a:ext>
            </a:extLst>
          </p:cNvPr>
          <p:cNvSpPr txBox="1"/>
          <p:nvPr/>
        </p:nvSpPr>
        <p:spPr>
          <a:xfrm>
            <a:off x="371356" y="3924972"/>
            <a:ext cx="6647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Time 14h26min – 15hrs  	ChA Blue,		ChB Red</a:t>
            </a:r>
          </a:p>
          <a:p>
            <a:r>
              <a:rPr lang="en-US" sz="1600" dirty="0"/>
              <a:t>    Mean			1.469V (14.78ma)	1.462V (14.66ma) 	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7D273-2CC1-BD59-1341-3A9A17DEFA82}"/>
              </a:ext>
            </a:extLst>
          </p:cNvPr>
          <p:cNvSpPr txBox="1"/>
          <p:nvPr/>
        </p:nvSpPr>
        <p:spPr>
          <a:xfrm>
            <a:off x="576747" y="938497"/>
            <a:ext cx="112646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Time 0 -26min	ChA Blue,		ChB Red</a:t>
            </a:r>
          </a:p>
          <a:p>
            <a:r>
              <a:rPr lang="en-US" sz="1600" dirty="0"/>
              <a:t>    Mean		1.468V (1.477ma)		1.463V (14.67ma)						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3A9D0F3-058D-9903-6AE4-CB0942E0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2728" y="31158"/>
            <a:ext cx="7581900" cy="953433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Current source stability over 15 </a:t>
            </a:r>
            <a:r>
              <a:rPr lang="en-US" sz="2400" dirty="0" err="1"/>
              <a:t>hrs</a:t>
            </a:r>
            <a:r>
              <a:rPr lang="en-US" sz="2400" dirty="0"/>
              <a:t>,  Start and End trace, </a:t>
            </a:r>
            <a:br>
              <a:rPr lang="en-US" sz="2400" dirty="0"/>
            </a:br>
            <a:r>
              <a:rPr lang="en-US" sz="2000" dirty="0"/>
              <a:t>2000 seconds each trace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385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1E7B6F-C8FC-9908-4286-E86176FD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642A861-4A66-F0BC-6B42-546971BB2D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48486" y="3015168"/>
            <a:ext cx="581843" cy="182803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XPLORING THE FIRST SYMBOL IN THE PTOA LOGO - The Process Technology ...">
            <a:extLst>
              <a:ext uri="{FF2B5EF4-FFF2-40B4-BE49-F238E27FC236}">
                <a16:creationId xmlns:a16="http://schemas.microsoft.com/office/drawing/2014/main" id="{F0048F86-BCE9-DE3D-98B7-2D24CEAFC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4" t="30944" r="27210" b="24932"/>
          <a:stretch/>
        </p:blipFill>
        <p:spPr bwMode="auto">
          <a:xfrm>
            <a:off x="9461747" y="1835997"/>
            <a:ext cx="755375" cy="76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B6F6EC-F23E-90BB-DBA2-30378EC651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8" t="6033" r="55743" b="9157"/>
          <a:stretch/>
        </p:blipFill>
        <p:spPr>
          <a:xfrm>
            <a:off x="5201053" y="4563545"/>
            <a:ext cx="806924" cy="163904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8DF507-58E4-3266-979C-023FC31C1D01}"/>
              </a:ext>
            </a:extLst>
          </p:cNvPr>
          <p:cNvCxnSpPr>
            <a:cxnSpLocks/>
          </p:cNvCxnSpPr>
          <p:nvPr/>
        </p:nvCxnSpPr>
        <p:spPr>
          <a:xfrm flipH="1">
            <a:off x="3489340" y="3773593"/>
            <a:ext cx="4144355" cy="8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E1BC26CB-3353-B7D0-B27B-5FC7F50B8792}"/>
              </a:ext>
            </a:extLst>
          </p:cNvPr>
          <p:cNvSpPr/>
          <p:nvPr/>
        </p:nvSpPr>
        <p:spPr>
          <a:xfrm>
            <a:off x="2991957" y="824170"/>
            <a:ext cx="5003079" cy="3356311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92A92-0B0A-F44A-9FDB-933C82E67A4F}"/>
              </a:ext>
            </a:extLst>
          </p:cNvPr>
          <p:cNvSpPr/>
          <p:nvPr/>
        </p:nvSpPr>
        <p:spPr>
          <a:xfrm>
            <a:off x="9911387" y="3227961"/>
            <a:ext cx="328200" cy="8306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14E378-30C0-22BE-DBD4-85B612DCBB21}"/>
              </a:ext>
            </a:extLst>
          </p:cNvPr>
          <p:cNvCxnSpPr>
            <a:cxnSpLocks/>
          </p:cNvCxnSpPr>
          <p:nvPr/>
        </p:nvCxnSpPr>
        <p:spPr>
          <a:xfrm flipH="1">
            <a:off x="3011151" y="1696978"/>
            <a:ext cx="1961315" cy="24520"/>
          </a:xfrm>
          <a:prstGeom prst="line">
            <a:avLst/>
          </a:prstGeom>
          <a:ln>
            <a:solidFill>
              <a:srgbClr val="FF000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DD6813-0BB4-3E7A-8165-0D050B7728AD}"/>
              </a:ext>
            </a:extLst>
          </p:cNvPr>
          <p:cNvCxnSpPr>
            <a:cxnSpLocks/>
          </p:cNvCxnSpPr>
          <p:nvPr/>
        </p:nvCxnSpPr>
        <p:spPr>
          <a:xfrm>
            <a:off x="4974172" y="3787477"/>
            <a:ext cx="0" cy="2218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3F3CA7A-2526-8640-1FE0-18C541DCD1C2}"/>
              </a:ext>
            </a:extLst>
          </p:cNvPr>
          <p:cNvSpPr/>
          <p:nvPr/>
        </p:nvSpPr>
        <p:spPr>
          <a:xfrm rot="5167818">
            <a:off x="8737172" y="2180360"/>
            <a:ext cx="168193" cy="2071134"/>
          </a:xfrm>
          <a:custGeom>
            <a:avLst/>
            <a:gdLst>
              <a:gd name="connsiteX0" fmla="*/ 0 w 1214299"/>
              <a:gd name="connsiteY0" fmla="*/ 704787 h 704787"/>
              <a:gd name="connsiteX1" fmla="*/ 158496 w 1214299"/>
              <a:gd name="connsiteY1" fmla="*/ 448755 h 704787"/>
              <a:gd name="connsiteX2" fmla="*/ 853440 w 1214299"/>
              <a:gd name="connsiteY2" fmla="*/ 485331 h 704787"/>
              <a:gd name="connsiteX3" fmla="*/ 1182624 w 1214299"/>
              <a:gd name="connsiteY3" fmla="*/ 46419 h 704787"/>
              <a:gd name="connsiteX4" fmla="*/ 1182624 w 1214299"/>
              <a:gd name="connsiteY4" fmla="*/ 34227 h 704787"/>
              <a:gd name="connsiteX0" fmla="*/ 1260940 w 2444465"/>
              <a:gd name="connsiteY0" fmla="*/ 1322102 h 1322102"/>
              <a:gd name="connsiteX1" fmla="*/ 1419436 w 2444465"/>
              <a:gd name="connsiteY1" fmla="*/ 1066070 h 1322102"/>
              <a:gd name="connsiteX2" fmla="*/ 2114380 w 2444465"/>
              <a:gd name="connsiteY2" fmla="*/ 1102646 h 1322102"/>
              <a:gd name="connsiteX3" fmla="*/ 2443564 w 2444465"/>
              <a:gd name="connsiteY3" fmla="*/ 663734 h 1322102"/>
              <a:gd name="connsiteX4" fmla="*/ -1 w 2444465"/>
              <a:gd name="connsiteY4" fmla="*/ 1161 h 1322102"/>
              <a:gd name="connsiteX0" fmla="*/ 1528459 w 2439341"/>
              <a:gd name="connsiteY0" fmla="*/ 1325605 h 1325605"/>
              <a:gd name="connsiteX1" fmla="*/ 1686955 w 2439341"/>
              <a:gd name="connsiteY1" fmla="*/ 1069573 h 1325605"/>
              <a:gd name="connsiteX2" fmla="*/ 2381899 w 2439341"/>
              <a:gd name="connsiteY2" fmla="*/ 1106149 h 1325605"/>
              <a:gd name="connsiteX3" fmla="*/ 1030 w 2439341"/>
              <a:gd name="connsiteY3" fmla="*/ 183946 h 1325605"/>
              <a:gd name="connsiteX4" fmla="*/ 267518 w 2439341"/>
              <a:gd name="connsiteY4" fmla="*/ 4664 h 1325605"/>
              <a:gd name="connsiteX0" fmla="*/ 1540323 w 1759089"/>
              <a:gd name="connsiteY0" fmla="*/ 1325605 h 1325605"/>
              <a:gd name="connsiteX1" fmla="*/ 1698819 w 1759089"/>
              <a:gd name="connsiteY1" fmla="*/ 1069573 h 1325605"/>
              <a:gd name="connsiteX2" fmla="*/ 360055 w 1759089"/>
              <a:gd name="connsiteY2" fmla="*/ 775331 h 1325605"/>
              <a:gd name="connsiteX3" fmla="*/ 12894 w 1759089"/>
              <a:gd name="connsiteY3" fmla="*/ 183946 h 1325605"/>
              <a:gd name="connsiteX4" fmla="*/ 279382 w 1759089"/>
              <a:gd name="connsiteY4" fmla="*/ 4664 h 1325605"/>
              <a:gd name="connsiteX0" fmla="*/ 1538435 w 1594035"/>
              <a:gd name="connsiteY0" fmla="*/ 1325605 h 1325605"/>
              <a:gd name="connsiteX1" fmla="*/ 1489436 w 1594035"/>
              <a:gd name="connsiteY1" fmla="*/ 1028974 h 1325605"/>
              <a:gd name="connsiteX2" fmla="*/ 358167 w 1594035"/>
              <a:gd name="connsiteY2" fmla="*/ 775331 h 1325605"/>
              <a:gd name="connsiteX3" fmla="*/ 11006 w 1594035"/>
              <a:gd name="connsiteY3" fmla="*/ 183946 h 1325605"/>
              <a:gd name="connsiteX4" fmla="*/ 277494 w 1594035"/>
              <a:gd name="connsiteY4" fmla="*/ 4664 h 1325605"/>
              <a:gd name="connsiteX0" fmla="*/ 1533580 w 1533634"/>
              <a:gd name="connsiteY0" fmla="*/ 1325605 h 1325605"/>
              <a:gd name="connsiteX1" fmla="*/ 448311 w 1533634"/>
              <a:gd name="connsiteY1" fmla="*/ 1042087 h 1325605"/>
              <a:gd name="connsiteX2" fmla="*/ 353312 w 1533634"/>
              <a:gd name="connsiteY2" fmla="*/ 775331 h 1325605"/>
              <a:gd name="connsiteX3" fmla="*/ 6151 w 1533634"/>
              <a:gd name="connsiteY3" fmla="*/ 183946 h 1325605"/>
              <a:gd name="connsiteX4" fmla="*/ 272639 w 1533634"/>
              <a:gd name="connsiteY4" fmla="*/ 4664 h 1325605"/>
              <a:gd name="connsiteX0" fmla="*/ 437123 w 453631"/>
              <a:gd name="connsiteY0" fmla="*/ 1330297 h 1330297"/>
              <a:gd name="connsiteX1" fmla="*/ 448311 w 453631"/>
              <a:gd name="connsiteY1" fmla="*/ 1042087 h 1330297"/>
              <a:gd name="connsiteX2" fmla="*/ 353312 w 453631"/>
              <a:gd name="connsiteY2" fmla="*/ 775331 h 1330297"/>
              <a:gd name="connsiteX3" fmla="*/ 6151 w 453631"/>
              <a:gd name="connsiteY3" fmla="*/ 183946 h 1330297"/>
              <a:gd name="connsiteX4" fmla="*/ 272639 w 453631"/>
              <a:gd name="connsiteY4" fmla="*/ 4664 h 133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3631" h="1330297">
                <a:moveTo>
                  <a:pt x="437123" y="1330297"/>
                </a:moveTo>
                <a:cubicBezTo>
                  <a:pt x="445251" y="1220569"/>
                  <a:pt x="462279" y="1134581"/>
                  <a:pt x="448311" y="1042087"/>
                </a:cubicBezTo>
                <a:cubicBezTo>
                  <a:pt x="434343" y="949593"/>
                  <a:pt x="427005" y="918354"/>
                  <a:pt x="353312" y="775331"/>
                </a:cubicBezTo>
                <a:cubicBezTo>
                  <a:pt x="279619" y="632308"/>
                  <a:pt x="-48713" y="259130"/>
                  <a:pt x="6151" y="183946"/>
                </a:cubicBezTo>
                <a:cubicBezTo>
                  <a:pt x="61015" y="108762"/>
                  <a:pt x="300071" y="-26832"/>
                  <a:pt x="272639" y="466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AAED023-E49E-ADB1-7F62-4FCD407D7D5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83621" y="2663560"/>
            <a:ext cx="1733250" cy="478188"/>
          </a:xfrm>
          <a:prstGeom prst="bentConnector3">
            <a:avLst>
              <a:gd name="adj1" fmla="val 10339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350EBA2F-C638-E337-7679-F2357BA3B916}"/>
              </a:ext>
            </a:extLst>
          </p:cNvPr>
          <p:cNvSpPr/>
          <p:nvPr/>
        </p:nvSpPr>
        <p:spPr>
          <a:xfrm rot="16200000">
            <a:off x="2874680" y="1851318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461EE4B-3450-401D-566A-F75DAA51681F}"/>
              </a:ext>
            </a:extLst>
          </p:cNvPr>
          <p:cNvCxnSpPr/>
          <p:nvPr/>
        </p:nvCxnSpPr>
        <p:spPr>
          <a:xfrm flipH="1">
            <a:off x="4974172" y="5149268"/>
            <a:ext cx="246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EA1A989-0F90-8CC9-5497-5692BB1D775F}"/>
              </a:ext>
            </a:extLst>
          </p:cNvPr>
          <p:cNvCxnSpPr>
            <a:cxnSpLocks/>
          </p:cNvCxnSpPr>
          <p:nvPr/>
        </p:nvCxnSpPr>
        <p:spPr>
          <a:xfrm flipH="1">
            <a:off x="4972466" y="5925076"/>
            <a:ext cx="289949" cy="15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A6F4A19-CB96-6F80-A989-39D26049FD65}"/>
              </a:ext>
            </a:extLst>
          </p:cNvPr>
          <p:cNvSpPr/>
          <p:nvPr/>
        </p:nvSpPr>
        <p:spPr>
          <a:xfrm>
            <a:off x="9762253" y="3198520"/>
            <a:ext cx="589387" cy="105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67B56D5A-2D7D-0E5D-B1E5-B0EE3E6473C7}"/>
              </a:ext>
            </a:extLst>
          </p:cNvPr>
          <p:cNvSpPr/>
          <p:nvPr/>
        </p:nvSpPr>
        <p:spPr>
          <a:xfrm rot="16200000">
            <a:off x="8803438" y="1790163"/>
            <a:ext cx="440684" cy="2413395"/>
          </a:xfrm>
          <a:custGeom>
            <a:avLst/>
            <a:gdLst>
              <a:gd name="connsiteX0" fmla="*/ 8212 w 403839"/>
              <a:gd name="connsiteY0" fmla="*/ 0 h 1865376"/>
              <a:gd name="connsiteX1" fmla="*/ 8212 w 403839"/>
              <a:gd name="connsiteY1" fmla="*/ 60960 h 1865376"/>
              <a:gd name="connsiteX2" fmla="*/ 93556 w 403839"/>
              <a:gd name="connsiteY2" fmla="*/ 316992 h 1865376"/>
              <a:gd name="connsiteX3" fmla="*/ 386164 w 403839"/>
              <a:gd name="connsiteY3" fmla="*/ 609600 h 1865376"/>
              <a:gd name="connsiteX4" fmla="*/ 373972 w 403839"/>
              <a:gd name="connsiteY4" fmla="*/ 1255776 h 1865376"/>
              <a:gd name="connsiteX5" fmla="*/ 398356 w 403839"/>
              <a:gd name="connsiteY5" fmla="*/ 1865376 h 1865376"/>
              <a:gd name="connsiteX0" fmla="*/ 259954 w 655581"/>
              <a:gd name="connsiteY0" fmla="*/ 0 h 2131119"/>
              <a:gd name="connsiteX1" fmla="*/ 259954 w 655581"/>
              <a:gd name="connsiteY1" fmla="*/ 60960 h 2131119"/>
              <a:gd name="connsiteX2" fmla="*/ 345298 w 655581"/>
              <a:gd name="connsiteY2" fmla="*/ 316992 h 2131119"/>
              <a:gd name="connsiteX3" fmla="*/ 637906 w 655581"/>
              <a:gd name="connsiteY3" fmla="*/ 609600 h 2131119"/>
              <a:gd name="connsiteX4" fmla="*/ 625714 w 655581"/>
              <a:gd name="connsiteY4" fmla="*/ 1255776 h 2131119"/>
              <a:gd name="connsiteX5" fmla="*/ 144 w 655581"/>
              <a:gd name="connsiteY5" fmla="*/ 2131119 h 2131119"/>
              <a:gd name="connsiteX0" fmla="*/ 260071 w 638027"/>
              <a:gd name="connsiteY0" fmla="*/ 0 h 2131119"/>
              <a:gd name="connsiteX1" fmla="*/ 260071 w 638027"/>
              <a:gd name="connsiteY1" fmla="*/ 60960 h 2131119"/>
              <a:gd name="connsiteX2" fmla="*/ 345415 w 638027"/>
              <a:gd name="connsiteY2" fmla="*/ 316992 h 2131119"/>
              <a:gd name="connsiteX3" fmla="*/ 638023 w 638027"/>
              <a:gd name="connsiteY3" fmla="*/ 609600 h 2131119"/>
              <a:gd name="connsiteX4" fmla="*/ 338354 w 638027"/>
              <a:gd name="connsiteY4" fmla="*/ 1858810 h 2131119"/>
              <a:gd name="connsiteX5" fmla="*/ 261 w 638027"/>
              <a:gd name="connsiteY5" fmla="*/ 2131119 h 2131119"/>
              <a:gd name="connsiteX0" fmla="*/ 260071 w 475543"/>
              <a:gd name="connsiteY0" fmla="*/ 0 h 2131119"/>
              <a:gd name="connsiteX1" fmla="*/ 260071 w 475543"/>
              <a:gd name="connsiteY1" fmla="*/ 60960 h 2131119"/>
              <a:gd name="connsiteX2" fmla="*/ 345415 w 475543"/>
              <a:gd name="connsiteY2" fmla="*/ 316992 h 2131119"/>
              <a:gd name="connsiteX3" fmla="*/ 475533 w 475543"/>
              <a:gd name="connsiteY3" fmla="*/ 1202413 h 2131119"/>
              <a:gd name="connsiteX4" fmla="*/ 338354 w 475543"/>
              <a:gd name="connsiteY4" fmla="*/ 1858810 h 2131119"/>
              <a:gd name="connsiteX5" fmla="*/ 261 w 475543"/>
              <a:gd name="connsiteY5" fmla="*/ 2131119 h 2131119"/>
              <a:gd name="connsiteX0" fmla="*/ 260040 w 475881"/>
              <a:gd name="connsiteY0" fmla="*/ 0 h 2131119"/>
              <a:gd name="connsiteX1" fmla="*/ 260040 w 475881"/>
              <a:gd name="connsiteY1" fmla="*/ 60960 h 2131119"/>
              <a:gd name="connsiteX2" fmla="*/ 345384 w 475881"/>
              <a:gd name="connsiteY2" fmla="*/ 316992 h 2131119"/>
              <a:gd name="connsiteX3" fmla="*/ 475502 w 475881"/>
              <a:gd name="connsiteY3" fmla="*/ 1202413 h 2131119"/>
              <a:gd name="connsiteX4" fmla="*/ 388320 w 475881"/>
              <a:gd name="connsiteY4" fmla="*/ 1909915 h 2131119"/>
              <a:gd name="connsiteX5" fmla="*/ 230 w 475881"/>
              <a:gd name="connsiteY5" fmla="*/ 2131119 h 2131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81" h="2131119">
                <a:moveTo>
                  <a:pt x="260040" y="0"/>
                </a:moveTo>
                <a:cubicBezTo>
                  <a:pt x="252928" y="4064"/>
                  <a:pt x="245816" y="8128"/>
                  <a:pt x="260040" y="60960"/>
                </a:cubicBezTo>
                <a:cubicBezTo>
                  <a:pt x="274264" y="113792"/>
                  <a:pt x="309474" y="126750"/>
                  <a:pt x="345384" y="316992"/>
                </a:cubicBezTo>
                <a:cubicBezTo>
                  <a:pt x="381294" y="507234"/>
                  <a:pt x="468346" y="936926"/>
                  <a:pt x="475502" y="1202413"/>
                </a:cubicBezTo>
                <a:cubicBezTo>
                  <a:pt x="482658" y="1467900"/>
                  <a:pt x="386288" y="1700619"/>
                  <a:pt x="388320" y="1909915"/>
                </a:cubicBezTo>
                <a:cubicBezTo>
                  <a:pt x="390352" y="2119211"/>
                  <a:pt x="-10946" y="1930967"/>
                  <a:pt x="230" y="2131119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BE199286-758C-8919-784B-25155A4A3ACC}"/>
              </a:ext>
            </a:extLst>
          </p:cNvPr>
          <p:cNvSpPr/>
          <p:nvPr/>
        </p:nvSpPr>
        <p:spPr>
          <a:xfrm rot="5400000">
            <a:off x="8821001" y="1972288"/>
            <a:ext cx="210440" cy="2172349"/>
          </a:xfrm>
          <a:custGeom>
            <a:avLst/>
            <a:gdLst>
              <a:gd name="connsiteX0" fmla="*/ 890926 w 903439"/>
              <a:gd name="connsiteY0" fmla="*/ 0 h 1755648"/>
              <a:gd name="connsiteX1" fmla="*/ 829966 w 903439"/>
              <a:gd name="connsiteY1" fmla="*/ 292608 h 1755648"/>
              <a:gd name="connsiteX2" fmla="*/ 330094 w 903439"/>
              <a:gd name="connsiteY2" fmla="*/ 548640 h 1755648"/>
              <a:gd name="connsiteX3" fmla="*/ 37486 w 903439"/>
              <a:gd name="connsiteY3" fmla="*/ 1243584 h 1755648"/>
              <a:gd name="connsiteX4" fmla="*/ 13102 w 903439"/>
              <a:gd name="connsiteY4" fmla="*/ 1755648 h 1755648"/>
              <a:gd name="connsiteX0" fmla="*/ 0 w 835205"/>
              <a:gd name="connsiteY0" fmla="*/ 0 h 1823666"/>
              <a:gd name="connsiteX1" fmla="*/ 830288 w 835205"/>
              <a:gd name="connsiteY1" fmla="*/ 360626 h 1823666"/>
              <a:gd name="connsiteX2" fmla="*/ 330416 w 835205"/>
              <a:gd name="connsiteY2" fmla="*/ 616658 h 1823666"/>
              <a:gd name="connsiteX3" fmla="*/ 37808 w 835205"/>
              <a:gd name="connsiteY3" fmla="*/ 1311602 h 1823666"/>
              <a:gd name="connsiteX4" fmla="*/ 13424 w 835205"/>
              <a:gd name="connsiteY4" fmla="*/ 1823666 h 1823666"/>
              <a:gd name="connsiteX0" fmla="*/ 207250 w 541497"/>
              <a:gd name="connsiteY0" fmla="*/ 0 h 1823666"/>
              <a:gd name="connsiteX1" fmla="*/ 7392 w 541497"/>
              <a:gd name="connsiteY1" fmla="*/ 418927 h 1823666"/>
              <a:gd name="connsiteX2" fmla="*/ 537666 w 541497"/>
              <a:gd name="connsiteY2" fmla="*/ 616658 h 1823666"/>
              <a:gd name="connsiteX3" fmla="*/ 245058 w 541497"/>
              <a:gd name="connsiteY3" fmla="*/ 1311602 h 1823666"/>
              <a:gd name="connsiteX4" fmla="*/ 220674 w 541497"/>
              <a:gd name="connsiteY4" fmla="*/ 1823666 h 1823666"/>
              <a:gd name="connsiteX0" fmla="*/ 209488 w 255878"/>
              <a:gd name="connsiteY0" fmla="*/ 0 h 1823666"/>
              <a:gd name="connsiteX1" fmla="*/ 9630 w 255878"/>
              <a:gd name="connsiteY1" fmla="*/ 418927 h 1823666"/>
              <a:gd name="connsiteX2" fmla="*/ 53767 w 255878"/>
              <a:gd name="connsiteY2" fmla="*/ 791560 h 1823666"/>
              <a:gd name="connsiteX3" fmla="*/ 247296 w 255878"/>
              <a:gd name="connsiteY3" fmla="*/ 1311602 h 1823666"/>
              <a:gd name="connsiteX4" fmla="*/ 222912 w 255878"/>
              <a:gd name="connsiteY4" fmla="*/ 1823666 h 1823666"/>
              <a:gd name="connsiteX0" fmla="*/ 207372 w 220796"/>
              <a:gd name="connsiteY0" fmla="*/ 0 h 1823666"/>
              <a:gd name="connsiteX1" fmla="*/ 7514 w 220796"/>
              <a:gd name="connsiteY1" fmla="*/ 418927 h 1823666"/>
              <a:gd name="connsiteX2" fmla="*/ 51651 w 220796"/>
              <a:gd name="connsiteY2" fmla="*/ 791560 h 1823666"/>
              <a:gd name="connsiteX3" fmla="*/ 141010 w 220796"/>
              <a:gd name="connsiteY3" fmla="*/ 1272734 h 1823666"/>
              <a:gd name="connsiteX4" fmla="*/ 220796 w 220796"/>
              <a:gd name="connsiteY4" fmla="*/ 1823666 h 1823666"/>
              <a:gd name="connsiteX0" fmla="*/ 197016 w 210440"/>
              <a:gd name="connsiteY0" fmla="*/ 0 h 1823666"/>
              <a:gd name="connsiteX1" fmla="*/ 8736 w 210440"/>
              <a:gd name="connsiteY1" fmla="*/ 127421 h 1823666"/>
              <a:gd name="connsiteX2" fmla="*/ 41295 w 210440"/>
              <a:gd name="connsiteY2" fmla="*/ 791560 h 1823666"/>
              <a:gd name="connsiteX3" fmla="*/ 130654 w 210440"/>
              <a:gd name="connsiteY3" fmla="*/ 1272734 h 1823666"/>
              <a:gd name="connsiteX4" fmla="*/ 210440 w 210440"/>
              <a:gd name="connsiteY4" fmla="*/ 1823666 h 1823666"/>
              <a:gd name="connsiteX0" fmla="*/ 197016 w 210440"/>
              <a:gd name="connsiteY0" fmla="*/ 0 h 1823666"/>
              <a:gd name="connsiteX1" fmla="*/ 8736 w 210440"/>
              <a:gd name="connsiteY1" fmla="*/ 127421 h 1823666"/>
              <a:gd name="connsiteX2" fmla="*/ 41298 w 210440"/>
              <a:gd name="connsiteY2" fmla="*/ 655523 h 1823666"/>
              <a:gd name="connsiteX3" fmla="*/ 130654 w 210440"/>
              <a:gd name="connsiteY3" fmla="*/ 1272734 h 1823666"/>
              <a:gd name="connsiteX4" fmla="*/ 210440 w 210440"/>
              <a:gd name="connsiteY4" fmla="*/ 1823666 h 1823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40" h="1823666">
                <a:moveTo>
                  <a:pt x="197016" y="0"/>
                </a:moveTo>
                <a:cubicBezTo>
                  <a:pt x="213272" y="100584"/>
                  <a:pt x="34689" y="18167"/>
                  <a:pt x="8736" y="127421"/>
                </a:cubicBezTo>
                <a:cubicBezTo>
                  <a:pt x="-17217" y="236675"/>
                  <a:pt x="20978" y="464638"/>
                  <a:pt x="41298" y="655523"/>
                </a:cubicBezTo>
                <a:cubicBezTo>
                  <a:pt x="61618" y="846408"/>
                  <a:pt x="183486" y="1071566"/>
                  <a:pt x="130654" y="1272734"/>
                </a:cubicBezTo>
                <a:cubicBezTo>
                  <a:pt x="77822" y="1473902"/>
                  <a:pt x="196216" y="1668218"/>
                  <a:pt x="210440" y="1823666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72D42B4-24D3-6EAA-FB6A-1F4D9785EE4C}"/>
              </a:ext>
            </a:extLst>
          </p:cNvPr>
          <p:cNvCxnSpPr>
            <a:cxnSpLocks/>
          </p:cNvCxnSpPr>
          <p:nvPr/>
        </p:nvCxnSpPr>
        <p:spPr>
          <a:xfrm flipH="1">
            <a:off x="6370841" y="3325178"/>
            <a:ext cx="6576" cy="4970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68ADE9C-97EE-CEBE-00CE-39F31356C0E6}"/>
              </a:ext>
            </a:extLst>
          </p:cNvPr>
          <p:cNvSpPr/>
          <p:nvPr/>
        </p:nvSpPr>
        <p:spPr>
          <a:xfrm rot="5400000">
            <a:off x="7473279" y="3132435"/>
            <a:ext cx="568203" cy="1247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33B2C37-3F5A-FFAC-D8A2-FFE6CB8AD365}"/>
              </a:ext>
            </a:extLst>
          </p:cNvPr>
          <p:cNvSpPr/>
          <p:nvPr/>
        </p:nvSpPr>
        <p:spPr>
          <a:xfrm>
            <a:off x="6640340" y="1713817"/>
            <a:ext cx="708892" cy="10526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0E2B970-61F1-8BC0-08F8-FA0D53E3DAC6}"/>
              </a:ext>
            </a:extLst>
          </p:cNvPr>
          <p:cNvSpPr txBox="1"/>
          <p:nvPr/>
        </p:nvSpPr>
        <p:spPr>
          <a:xfrm>
            <a:off x="6573514" y="1911571"/>
            <a:ext cx="857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Motor</a:t>
            </a:r>
          </a:p>
          <a:p>
            <a:pPr algn="ctr"/>
            <a:r>
              <a:rPr lang="en-US" sz="1200" dirty="0"/>
              <a:t>Controller</a:t>
            </a:r>
          </a:p>
          <a:p>
            <a:pPr algn="ctr"/>
            <a:r>
              <a:rPr lang="en-US" sz="1200" dirty="0" err="1"/>
              <a:t>Pololu</a:t>
            </a:r>
            <a:endParaRPr lang="en-US" sz="1200" dirty="0"/>
          </a:p>
          <a:p>
            <a:pPr algn="ctr"/>
            <a:r>
              <a:rPr lang="en-US" sz="1200" dirty="0"/>
              <a:t>18V7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01702D2-8D37-7AE4-AC1B-04638FAA09D3}"/>
              </a:ext>
            </a:extLst>
          </p:cNvPr>
          <p:cNvCxnSpPr>
            <a:cxnSpLocks/>
          </p:cNvCxnSpPr>
          <p:nvPr/>
        </p:nvCxnSpPr>
        <p:spPr>
          <a:xfrm flipV="1">
            <a:off x="7388849" y="2001981"/>
            <a:ext cx="2364751" cy="2603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F572BE5-9829-E3BD-DADE-86432DA0CB02}"/>
              </a:ext>
            </a:extLst>
          </p:cNvPr>
          <p:cNvCxnSpPr>
            <a:cxnSpLocks/>
          </p:cNvCxnSpPr>
          <p:nvPr/>
        </p:nvCxnSpPr>
        <p:spPr>
          <a:xfrm>
            <a:off x="7388849" y="2328702"/>
            <a:ext cx="220308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C16E4CB9-2173-2268-228C-29F96EFDBB29}"/>
              </a:ext>
            </a:extLst>
          </p:cNvPr>
          <p:cNvSpPr txBox="1"/>
          <p:nvPr/>
        </p:nvSpPr>
        <p:spPr>
          <a:xfrm>
            <a:off x="8136145" y="1762313"/>
            <a:ext cx="4956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Left</a:t>
            </a:r>
          </a:p>
          <a:p>
            <a:endParaRPr lang="en-US" sz="1100" dirty="0"/>
          </a:p>
          <a:p>
            <a:r>
              <a:rPr lang="en-US" sz="1100" dirty="0"/>
              <a:t>Right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79BCB00-9F6D-B14E-41D8-9521FA24546B}"/>
              </a:ext>
            </a:extLst>
          </p:cNvPr>
          <p:cNvSpPr/>
          <p:nvPr/>
        </p:nvSpPr>
        <p:spPr>
          <a:xfrm rot="16200000">
            <a:off x="7404579" y="2062372"/>
            <a:ext cx="668524" cy="1564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F6038BF-2D6A-7DDC-CA44-39446AD499EC}"/>
              </a:ext>
            </a:extLst>
          </p:cNvPr>
          <p:cNvSpPr txBox="1"/>
          <p:nvPr/>
        </p:nvSpPr>
        <p:spPr>
          <a:xfrm>
            <a:off x="10402019" y="3256269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652E96A-A903-CB1A-73D7-5D16F39F3CF8}"/>
              </a:ext>
            </a:extLst>
          </p:cNvPr>
          <p:cNvSpPr txBox="1"/>
          <p:nvPr/>
        </p:nvSpPr>
        <p:spPr>
          <a:xfrm>
            <a:off x="5117440" y="6195499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704B752-9668-28A2-B0E4-0956B0408CA9}"/>
              </a:ext>
            </a:extLst>
          </p:cNvPr>
          <p:cNvSpPr txBox="1"/>
          <p:nvPr/>
        </p:nvSpPr>
        <p:spPr>
          <a:xfrm>
            <a:off x="4820352" y="3110500"/>
            <a:ext cx="7161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Buffer/</a:t>
            </a:r>
          </a:p>
          <a:p>
            <a:pPr algn="ctr"/>
            <a:r>
              <a:rPr lang="en-US" sz="1400" dirty="0"/>
              <a:t>Scaler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02C405F-EFB8-096F-0A6D-C154DFBD645A}"/>
              </a:ext>
            </a:extLst>
          </p:cNvPr>
          <p:cNvSpPr/>
          <p:nvPr/>
        </p:nvSpPr>
        <p:spPr>
          <a:xfrm>
            <a:off x="4074602" y="3931279"/>
            <a:ext cx="1520939" cy="1273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7A14402-1479-3771-467D-2D3667B75D1D}"/>
              </a:ext>
            </a:extLst>
          </p:cNvPr>
          <p:cNvCxnSpPr>
            <a:cxnSpLocks/>
          </p:cNvCxnSpPr>
          <p:nvPr/>
        </p:nvCxnSpPr>
        <p:spPr>
          <a:xfrm>
            <a:off x="3011151" y="1006579"/>
            <a:ext cx="3656608" cy="1003642"/>
          </a:xfrm>
          <a:prstGeom prst="bentConnector3">
            <a:avLst>
              <a:gd name="adj1" fmla="val 9178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B6DAF2B-62FD-93A4-C38B-F41FC48DE80F}"/>
              </a:ext>
            </a:extLst>
          </p:cNvPr>
          <p:cNvCxnSpPr>
            <a:cxnSpLocks/>
          </p:cNvCxnSpPr>
          <p:nvPr/>
        </p:nvCxnSpPr>
        <p:spPr>
          <a:xfrm>
            <a:off x="2991957" y="1199796"/>
            <a:ext cx="3634582" cy="1069628"/>
          </a:xfrm>
          <a:prstGeom prst="bentConnector3">
            <a:avLst>
              <a:gd name="adj1" fmla="val 8789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Water, level, sensor, technology, system, sensors, detection icon ...">
            <a:extLst>
              <a:ext uri="{FF2B5EF4-FFF2-40B4-BE49-F238E27FC236}">
                <a16:creationId xmlns:a16="http://schemas.microsoft.com/office/drawing/2014/main" id="{E5F0446E-13B8-FDE8-64DF-23B4D9C41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64" b="48976"/>
          <a:stretch/>
        </p:blipFill>
        <p:spPr bwMode="auto">
          <a:xfrm rot="5400000" flipH="1">
            <a:off x="9605352" y="4341571"/>
            <a:ext cx="772248" cy="7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ptop icon vector. computer illustration sign. PC symbol or logo ...">
            <a:extLst>
              <a:ext uri="{FF2B5EF4-FFF2-40B4-BE49-F238E27FC236}">
                <a16:creationId xmlns:a16="http://schemas.microsoft.com/office/drawing/2014/main" id="{6070BAE7-0A6A-8901-56E6-B9392C028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67"/>
          <a:stretch/>
        </p:blipFill>
        <p:spPr bwMode="auto">
          <a:xfrm>
            <a:off x="6186525" y="5073715"/>
            <a:ext cx="1961794" cy="174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B448089-52C8-A041-711F-E146D80ABB0A}"/>
              </a:ext>
            </a:extLst>
          </p:cNvPr>
          <p:cNvSpPr txBox="1"/>
          <p:nvPr/>
        </p:nvSpPr>
        <p:spPr>
          <a:xfrm>
            <a:off x="10350753" y="4585529"/>
            <a:ext cx="783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Laser </a:t>
            </a:r>
            <a:endParaRPr lang="en-US" sz="12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0D558A-5C87-0753-8F84-837FEE155343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5960486" y="4770195"/>
            <a:ext cx="2471662" cy="1199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3218E03-FC6C-2F9B-083A-55DD0C0F210F}"/>
              </a:ext>
            </a:extLst>
          </p:cNvPr>
          <p:cNvCxnSpPr>
            <a:cxnSpLocks/>
          </p:cNvCxnSpPr>
          <p:nvPr/>
        </p:nvCxnSpPr>
        <p:spPr>
          <a:xfrm flipV="1">
            <a:off x="7131420" y="2727472"/>
            <a:ext cx="8957" cy="268207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5A79E10-4BDC-09A7-BEDB-CB15F170768A}"/>
              </a:ext>
            </a:extLst>
          </p:cNvPr>
          <p:cNvSpPr/>
          <p:nvPr/>
        </p:nvSpPr>
        <p:spPr>
          <a:xfrm rot="16200000">
            <a:off x="2870874" y="1132970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69A757-BB18-FC72-C63B-70E4B662E10A}"/>
              </a:ext>
            </a:extLst>
          </p:cNvPr>
          <p:cNvSpPr txBox="1"/>
          <p:nvPr/>
        </p:nvSpPr>
        <p:spPr>
          <a:xfrm>
            <a:off x="2103724" y="822555"/>
            <a:ext cx="9195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SMPS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Instrument</a:t>
            </a:r>
          </a:p>
          <a:p>
            <a:pPr algn="ctr"/>
            <a:r>
              <a:rPr lang="en-US" sz="1200" dirty="0"/>
              <a:t>Power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46D0CBC-5ECA-9188-D186-6775E2733D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3762" t="27733" r="29427" b="58785"/>
          <a:stretch/>
        </p:blipFill>
        <p:spPr>
          <a:xfrm>
            <a:off x="3958841" y="2130339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27E3E1-B768-09A1-F913-491D59369F31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936721" y="1696978"/>
            <a:ext cx="5543" cy="354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4215A73-D841-1611-D9F2-4D86F47FA5B0}"/>
              </a:ext>
            </a:extLst>
          </p:cNvPr>
          <p:cNvCxnSpPr>
            <a:cxnSpLocks/>
          </p:cNvCxnSpPr>
          <p:nvPr/>
        </p:nvCxnSpPr>
        <p:spPr>
          <a:xfrm>
            <a:off x="4205058" y="1718279"/>
            <a:ext cx="18230" cy="3451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EBBC99-0BC1-7EC0-9E4F-167901D1D201}"/>
              </a:ext>
            </a:extLst>
          </p:cNvPr>
          <p:cNvSpPr txBox="1"/>
          <p:nvPr/>
        </p:nvSpPr>
        <p:spPr>
          <a:xfrm>
            <a:off x="10125497" y="1892203"/>
            <a:ext cx="10254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Pump </a:t>
            </a:r>
            <a:endParaRPr lang="en-US" sz="1200" dirty="0"/>
          </a:p>
          <a:p>
            <a:pPr algn="ctr"/>
            <a:r>
              <a:rPr lang="en-US" sz="1200" dirty="0"/>
              <a:t>4A DC Motor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DFBF1E2-7375-3C40-34AA-205103F4B644}"/>
              </a:ext>
            </a:extLst>
          </p:cNvPr>
          <p:cNvSpPr txBox="1"/>
          <p:nvPr/>
        </p:nvSpPr>
        <p:spPr>
          <a:xfrm>
            <a:off x="6702322" y="5520189"/>
            <a:ext cx="11002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LV Win11</a:t>
            </a:r>
          </a:p>
          <a:p>
            <a:r>
              <a:rPr lang="en-US" sz="1200" dirty="0"/>
              <a:t>Workstation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F5F261-114B-EBCE-4B28-DE3DEBEF3DCD}"/>
              </a:ext>
            </a:extLst>
          </p:cNvPr>
          <p:cNvSpPr txBox="1"/>
          <p:nvPr/>
        </p:nvSpPr>
        <p:spPr>
          <a:xfrm>
            <a:off x="6377417" y="982832"/>
            <a:ext cx="1554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Interface PCB</a:t>
            </a:r>
          </a:p>
          <a:p>
            <a:pPr algn="ctr"/>
            <a:r>
              <a:rPr lang="en-US" sz="1200" dirty="0"/>
              <a:t>Custom Unit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4D135875-2F97-9406-65AA-BE5460EA52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9843" y="3145247"/>
            <a:ext cx="394649" cy="38405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E4F63BBA-A00E-2AC7-93B7-43E92BF5DB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0313" y="3218246"/>
            <a:ext cx="394649" cy="384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9CF97148-27F0-63BA-AFA9-02A7264E99EC}"/>
              </a:ext>
            </a:extLst>
          </p:cNvPr>
          <p:cNvSpPr txBox="1"/>
          <p:nvPr/>
        </p:nvSpPr>
        <p:spPr>
          <a:xfrm>
            <a:off x="4447247" y="1854676"/>
            <a:ext cx="825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14ma </a:t>
            </a:r>
          </a:p>
          <a:p>
            <a:pPr algn="ctr"/>
            <a:r>
              <a:rPr lang="en-US" sz="1400" dirty="0"/>
              <a:t>I-source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95" name="Speech Bubble: Rectangle 94">
            <a:extLst>
              <a:ext uri="{FF2B5EF4-FFF2-40B4-BE49-F238E27FC236}">
                <a16:creationId xmlns:a16="http://schemas.microsoft.com/office/drawing/2014/main" id="{F4161BC1-2CFA-95AA-25B8-66BA5BDC14FD}"/>
              </a:ext>
            </a:extLst>
          </p:cNvPr>
          <p:cNvSpPr/>
          <p:nvPr/>
        </p:nvSpPr>
        <p:spPr>
          <a:xfrm>
            <a:off x="8064633" y="1163013"/>
            <a:ext cx="1013182" cy="310155"/>
          </a:xfrm>
          <a:prstGeom prst="wedgeRectCallout">
            <a:avLst>
              <a:gd name="adj1" fmla="val -75163"/>
              <a:gd name="adj2" fmla="val 1690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Connector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67C68A-5CC7-87F1-1599-2ADDF3AF7B8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3762" t="27733" r="29427" b="58785"/>
          <a:stretch/>
        </p:blipFill>
        <p:spPr>
          <a:xfrm>
            <a:off x="3666745" y="2051679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C5C4915-7622-65A5-ECC5-8DB1205162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95128" y="2995551"/>
            <a:ext cx="581843" cy="18280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2458E25-DF92-7A5B-68D6-A1BC9E17E79A}"/>
              </a:ext>
            </a:extLst>
          </p:cNvPr>
          <p:cNvCxnSpPr>
            <a:stCxn id="92" idx="3"/>
          </p:cNvCxnSpPr>
          <p:nvPr/>
        </p:nvCxnSpPr>
        <p:spPr>
          <a:xfrm flipH="1">
            <a:off x="4228208" y="3337275"/>
            <a:ext cx="6284" cy="2301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944E7B-0E2C-2D32-BE98-B4A0BAC24920}"/>
              </a:ext>
            </a:extLst>
          </p:cNvPr>
          <p:cNvCxnSpPr>
            <a:cxnSpLocks/>
          </p:cNvCxnSpPr>
          <p:nvPr/>
        </p:nvCxnSpPr>
        <p:spPr>
          <a:xfrm flipH="1">
            <a:off x="4203040" y="5673683"/>
            <a:ext cx="105243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7F8B16-4B8D-AB32-46D6-AE96978E8DEC}"/>
              </a:ext>
            </a:extLst>
          </p:cNvPr>
          <p:cNvCxnSpPr>
            <a:cxnSpLocks/>
          </p:cNvCxnSpPr>
          <p:nvPr/>
        </p:nvCxnSpPr>
        <p:spPr>
          <a:xfrm flipH="1">
            <a:off x="4768180" y="3419454"/>
            <a:ext cx="23358" cy="1378406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72D145-26A2-DCCD-DFED-5345316EAD20}"/>
              </a:ext>
            </a:extLst>
          </p:cNvPr>
          <p:cNvCxnSpPr>
            <a:cxnSpLocks/>
          </p:cNvCxnSpPr>
          <p:nvPr/>
        </p:nvCxnSpPr>
        <p:spPr>
          <a:xfrm flipH="1">
            <a:off x="4768180" y="4770195"/>
            <a:ext cx="452626" cy="9693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DDCE521-8063-CBA6-6FF1-E3ABD65EAA68}"/>
              </a:ext>
            </a:extLst>
          </p:cNvPr>
          <p:cNvSpPr/>
          <p:nvPr/>
        </p:nvSpPr>
        <p:spPr>
          <a:xfrm>
            <a:off x="6626539" y="4534621"/>
            <a:ext cx="1034061" cy="543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Hub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C495AAE-ABF6-3803-9371-C7EE7D76B364}"/>
              </a:ext>
            </a:extLst>
          </p:cNvPr>
          <p:cNvCxnSpPr>
            <a:cxnSpLocks/>
          </p:cNvCxnSpPr>
          <p:nvPr/>
        </p:nvCxnSpPr>
        <p:spPr>
          <a:xfrm flipH="1" flipV="1">
            <a:off x="3751139" y="3022795"/>
            <a:ext cx="3937269" cy="7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0AA1C4B-C5EA-5EDB-69EF-EA77746CD67F}"/>
              </a:ext>
            </a:extLst>
          </p:cNvPr>
          <p:cNvCxnSpPr>
            <a:cxnSpLocks/>
          </p:cNvCxnSpPr>
          <p:nvPr/>
        </p:nvCxnSpPr>
        <p:spPr>
          <a:xfrm flipH="1" flipV="1">
            <a:off x="4359581" y="3172975"/>
            <a:ext cx="3312594" cy="22107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C5ABCF44-50F1-2661-A427-D7D19A58FCD6}"/>
              </a:ext>
            </a:extLst>
          </p:cNvPr>
          <p:cNvSpPr/>
          <p:nvPr/>
        </p:nvSpPr>
        <p:spPr>
          <a:xfrm>
            <a:off x="9380721" y="1199796"/>
            <a:ext cx="2158742" cy="3949472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C19E202-13D3-FD12-2C52-9E3F20A34466}"/>
              </a:ext>
            </a:extLst>
          </p:cNvPr>
          <p:cNvSpPr txBox="1"/>
          <p:nvPr/>
        </p:nvSpPr>
        <p:spPr>
          <a:xfrm>
            <a:off x="10762128" y="1258729"/>
            <a:ext cx="75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TANK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B0D8C4A-8341-1BCC-DA9F-704002E448E0}"/>
              </a:ext>
            </a:extLst>
          </p:cNvPr>
          <p:cNvSpPr txBox="1"/>
          <p:nvPr/>
        </p:nvSpPr>
        <p:spPr>
          <a:xfrm>
            <a:off x="9479424" y="6082162"/>
            <a:ext cx="165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TO SCALE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22F1E58-C90A-2F6D-6FA8-96C8660BE20B}"/>
              </a:ext>
            </a:extLst>
          </p:cNvPr>
          <p:cNvSpPr txBox="1"/>
          <p:nvPr/>
        </p:nvSpPr>
        <p:spPr>
          <a:xfrm>
            <a:off x="4768180" y="1490007"/>
            <a:ext cx="1053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To Laser &amp; buffers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2239C13-ABDE-1EC1-0C3F-7E02F427326D}"/>
              </a:ext>
            </a:extLst>
          </p:cNvPr>
          <p:cNvCxnSpPr>
            <a:cxnSpLocks/>
          </p:cNvCxnSpPr>
          <p:nvPr/>
        </p:nvCxnSpPr>
        <p:spPr>
          <a:xfrm flipH="1" flipV="1">
            <a:off x="6377417" y="3321079"/>
            <a:ext cx="1294090" cy="238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45BBDD15-4561-1D4F-D796-816A4EAD3E08}"/>
              </a:ext>
            </a:extLst>
          </p:cNvPr>
          <p:cNvSpPr/>
          <p:nvPr/>
        </p:nvSpPr>
        <p:spPr>
          <a:xfrm rot="5400000">
            <a:off x="7541819" y="3696763"/>
            <a:ext cx="388827" cy="1247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8D3E7B9-893D-3AC7-38E7-50CFF3CD0445}"/>
              </a:ext>
            </a:extLst>
          </p:cNvPr>
          <p:cNvCxnSpPr>
            <a:cxnSpLocks/>
          </p:cNvCxnSpPr>
          <p:nvPr/>
        </p:nvCxnSpPr>
        <p:spPr>
          <a:xfrm flipH="1" flipV="1">
            <a:off x="7467504" y="3646810"/>
            <a:ext cx="226346" cy="8724"/>
          </a:xfrm>
          <a:prstGeom prst="line">
            <a:avLst/>
          </a:prstGeom>
          <a:ln>
            <a:solidFill>
              <a:srgbClr val="FF000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2699D6D6-6256-32D0-9D98-C85AA2A12D68}"/>
              </a:ext>
            </a:extLst>
          </p:cNvPr>
          <p:cNvSpPr/>
          <p:nvPr/>
        </p:nvSpPr>
        <p:spPr>
          <a:xfrm>
            <a:off x="7800727" y="3608357"/>
            <a:ext cx="883379" cy="925974"/>
          </a:xfrm>
          <a:custGeom>
            <a:avLst/>
            <a:gdLst>
              <a:gd name="connsiteX0" fmla="*/ 0 w 883379"/>
              <a:gd name="connsiteY0" fmla="*/ 0 h 925974"/>
              <a:gd name="connsiteX1" fmla="*/ 462987 w 883379"/>
              <a:gd name="connsiteY1" fmla="*/ 69448 h 925974"/>
              <a:gd name="connsiteX2" fmla="*/ 833377 w 883379"/>
              <a:gd name="connsiteY2" fmla="*/ 266217 h 925974"/>
              <a:gd name="connsiteX3" fmla="*/ 879676 w 883379"/>
              <a:gd name="connsiteY3" fmla="*/ 925974 h 925974"/>
              <a:gd name="connsiteX4" fmla="*/ 879676 w 883379"/>
              <a:gd name="connsiteY4" fmla="*/ 925974 h 92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3379" h="925974">
                <a:moveTo>
                  <a:pt x="0" y="0"/>
                </a:moveTo>
                <a:cubicBezTo>
                  <a:pt x="162045" y="12539"/>
                  <a:pt x="324091" y="25079"/>
                  <a:pt x="462987" y="69448"/>
                </a:cubicBezTo>
                <a:cubicBezTo>
                  <a:pt x="601883" y="113818"/>
                  <a:pt x="763929" y="123463"/>
                  <a:pt x="833377" y="266217"/>
                </a:cubicBezTo>
                <a:cubicBezTo>
                  <a:pt x="902825" y="408971"/>
                  <a:pt x="879676" y="925974"/>
                  <a:pt x="879676" y="925974"/>
                </a:cubicBezTo>
                <a:lnTo>
                  <a:pt x="879676" y="925974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4AC62E65-C449-D545-6D52-2BB087DFBF12}"/>
              </a:ext>
            </a:extLst>
          </p:cNvPr>
          <p:cNvSpPr/>
          <p:nvPr/>
        </p:nvSpPr>
        <p:spPr>
          <a:xfrm>
            <a:off x="7793629" y="3795714"/>
            <a:ext cx="729942" cy="925974"/>
          </a:xfrm>
          <a:custGeom>
            <a:avLst/>
            <a:gdLst>
              <a:gd name="connsiteX0" fmla="*/ 0 w 883379"/>
              <a:gd name="connsiteY0" fmla="*/ 0 h 925974"/>
              <a:gd name="connsiteX1" fmla="*/ 462987 w 883379"/>
              <a:gd name="connsiteY1" fmla="*/ 69448 h 925974"/>
              <a:gd name="connsiteX2" fmla="*/ 833377 w 883379"/>
              <a:gd name="connsiteY2" fmla="*/ 266217 h 925974"/>
              <a:gd name="connsiteX3" fmla="*/ 879676 w 883379"/>
              <a:gd name="connsiteY3" fmla="*/ 925974 h 925974"/>
              <a:gd name="connsiteX4" fmla="*/ 879676 w 883379"/>
              <a:gd name="connsiteY4" fmla="*/ 925974 h 92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3379" h="925974">
                <a:moveTo>
                  <a:pt x="0" y="0"/>
                </a:moveTo>
                <a:cubicBezTo>
                  <a:pt x="162045" y="12539"/>
                  <a:pt x="324091" y="25079"/>
                  <a:pt x="462987" y="69448"/>
                </a:cubicBezTo>
                <a:cubicBezTo>
                  <a:pt x="601883" y="113818"/>
                  <a:pt x="763929" y="123463"/>
                  <a:pt x="833377" y="266217"/>
                </a:cubicBezTo>
                <a:cubicBezTo>
                  <a:pt x="902825" y="408971"/>
                  <a:pt x="879676" y="925974"/>
                  <a:pt x="879676" y="925974"/>
                </a:cubicBezTo>
                <a:lnTo>
                  <a:pt x="879676" y="925974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93DBE7D-BAD7-5618-E0F3-887853D84D9E}"/>
              </a:ext>
            </a:extLst>
          </p:cNvPr>
          <p:cNvSpPr/>
          <p:nvPr/>
        </p:nvSpPr>
        <p:spPr>
          <a:xfrm>
            <a:off x="8432148" y="4525893"/>
            <a:ext cx="471635" cy="5125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70C2673-4266-D028-E819-CCB937E7E284}"/>
              </a:ext>
            </a:extLst>
          </p:cNvPr>
          <p:cNvSpPr txBox="1"/>
          <p:nvPr/>
        </p:nvSpPr>
        <p:spPr>
          <a:xfrm>
            <a:off x="7830453" y="5057104"/>
            <a:ext cx="15980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 err="1"/>
              <a:t>Keyance</a:t>
            </a:r>
            <a:endParaRPr lang="en-US" sz="1800" dirty="0"/>
          </a:p>
          <a:p>
            <a:pPr algn="ctr"/>
            <a:r>
              <a:rPr lang="en-US" sz="1200" dirty="0"/>
              <a:t>LK-G2000</a:t>
            </a:r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90ED26CC-CB7D-A0AA-03F2-886E9E578B8E}"/>
              </a:ext>
            </a:extLst>
          </p:cNvPr>
          <p:cNvSpPr/>
          <p:nvPr/>
        </p:nvSpPr>
        <p:spPr>
          <a:xfrm>
            <a:off x="8912506" y="4791196"/>
            <a:ext cx="821803" cy="128200"/>
          </a:xfrm>
          <a:custGeom>
            <a:avLst/>
            <a:gdLst>
              <a:gd name="connsiteX0" fmla="*/ 0 w 821803"/>
              <a:gd name="connsiteY0" fmla="*/ 0 h 128200"/>
              <a:gd name="connsiteX1" fmla="*/ 277793 w 821803"/>
              <a:gd name="connsiteY1" fmla="*/ 127321 h 128200"/>
              <a:gd name="connsiteX2" fmla="*/ 821803 w 821803"/>
              <a:gd name="connsiteY2" fmla="*/ 46298 h 12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1803" h="128200">
                <a:moveTo>
                  <a:pt x="0" y="0"/>
                </a:moveTo>
                <a:cubicBezTo>
                  <a:pt x="70413" y="59802"/>
                  <a:pt x="140826" y="119605"/>
                  <a:pt x="277793" y="127321"/>
                </a:cubicBezTo>
                <a:cubicBezTo>
                  <a:pt x="414760" y="135037"/>
                  <a:pt x="618281" y="90667"/>
                  <a:pt x="821803" y="4629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6EAF8F-FAC2-AB90-79EC-67C12C0282C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306" t="58296" r="75508" b="15039"/>
          <a:stretch/>
        </p:blipFill>
        <p:spPr>
          <a:xfrm>
            <a:off x="2286200" y="4661087"/>
            <a:ext cx="1627321" cy="18286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14F29F-E2DA-D444-56C8-FDB4D98D59D7}"/>
              </a:ext>
            </a:extLst>
          </p:cNvPr>
          <p:cNvSpPr/>
          <p:nvPr/>
        </p:nvSpPr>
        <p:spPr>
          <a:xfrm rot="16200000">
            <a:off x="987300" y="5492080"/>
            <a:ext cx="1036587" cy="1029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id="{3DF30411-D675-C436-55C0-80E6DC0DF447}"/>
              </a:ext>
            </a:extLst>
          </p:cNvPr>
          <p:cNvSpPr txBox="1"/>
          <p:nvPr/>
        </p:nvSpPr>
        <p:spPr>
          <a:xfrm>
            <a:off x="1680669" y="5025240"/>
            <a:ext cx="554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722AC-A750-7DD4-7751-D0B997293D63}"/>
              </a:ext>
            </a:extLst>
          </p:cNvPr>
          <p:cNvSpPr txBox="1"/>
          <p:nvPr/>
        </p:nvSpPr>
        <p:spPr>
          <a:xfrm>
            <a:off x="1397811" y="4407332"/>
            <a:ext cx="253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CONNECTOR EXAMPLE</a:t>
            </a:r>
          </a:p>
        </p:txBody>
      </p:sp>
    </p:spTree>
    <p:extLst>
      <p:ext uri="{BB962C8B-B14F-4D97-AF65-F5344CB8AC3E}">
        <p14:creationId xmlns:p14="http://schemas.microsoft.com/office/powerpoint/2010/main" val="392202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D408B98B-D999-949B-3D5C-EE32E7DBB7FD}"/>
              </a:ext>
            </a:extLst>
          </p:cNvPr>
          <p:cNvSpPr/>
          <p:nvPr/>
        </p:nvSpPr>
        <p:spPr>
          <a:xfrm>
            <a:off x="2334790" y="258079"/>
            <a:ext cx="7444169" cy="620346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F5E391-7D55-04E2-303A-67D9FC9B0B97}"/>
              </a:ext>
            </a:extLst>
          </p:cNvPr>
          <p:cNvCxnSpPr>
            <a:cxnSpLocks/>
            <a:stCxn id="93" idx="3"/>
          </p:cNvCxnSpPr>
          <p:nvPr/>
        </p:nvCxnSpPr>
        <p:spPr>
          <a:xfrm flipV="1">
            <a:off x="5862922" y="3064938"/>
            <a:ext cx="2795238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1FA960-AF9D-73CB-D9E2-9C8D0A165B7C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5875116" y="3499623"/>
            <a:ext cx="2803773" cy="1383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XPLORING THE FIRST SYMBOL IN THE PTOA LOGO - The Process Technology ...">
            <a:extLst>
              <a:ext uri="{FF2B5EF4-FFF2-40B4-BE49-F238E27FC236}">
                <a16:creationId xmlns:a16="http://schemas.microsoft.com/office/drawing/2014/main" id="{C1BF199C-0DD1-E77A-9215-621190F7C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4" t="30944" r="27210" b="24932"/>
          <a:stretch/>
        </p:blipFill>
        <p:spPr bwMode="auto">
          <a:xfrm>
            <a:off x="10139010" y="908126"/>
            <a:ext cx="755375" cy="76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174539FA-1F00-D0F0-2D17-254F4BB98C33}"/>
              </a:ext>
            </a:extLst>
          </p:cNvPr>
          <p:cNvSpPr/>
          <p:nvPr/>
        </p:nvSpPr>
        <p:spPr>
          <a:xfrm>
            <a:off x="3398358" y="1246923"/>
            <a:ext cx="3427648" cy="3160353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276A8A-1E32-45C8-2E90-BD1BC67ADA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762" t="27733" r="29427" b="58785"/>
          <a:stretch/>
        </p:blipFill>
        <p:spPr>
          <a:xfrm>
            <a:off x="4152216" y="1686142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275D74-0BEA-3EB6-E3D6-08CBDD99C61D}"/>
              </a:ext>
            </a:extLst>
          </p:cNvPr>
          <p:cNvCxnSpPr>
            <a:cxnSpLocks/>
          </p:cNvCxnSpPr>
          <p:nvPr/>
        </p:nvCxnSpPr>
        <p:spPr>
          <a:xfrm flipH="1">
            <a:off x="2527027" y="1421277"/>
            <a:ext cx="27524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B24157D-9B96-46D7-A179-65D83199A3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68963" y="1942280"/>
            <a:ext cx="1766623" cy="1286933"/>
          </a:xfrm>
          <a:prstGeom prst="bentConnector3">
            <a:avLst>
              <a:gd name="adj1" fmla="val 9917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3132E3F-C50A-93EA-731B-0731B6E24316}"/>
              </a:ext>
            </a:extLst>
          </p:cNvPr>
          <p:cNvSpPr/>
          <p:nvPr/>
        </p:nvSpPr>
        <p:spPr>
          <a:xfrm>
            <a:off x="7935001" y="600507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02F2BFF-9922-2BA8-76CB-9CFE7097A448}"/>
              </a:ext>
            </a:extLst>
          </p:cNvPr>
          <p:cNvSpPr txBox="1"/>
          <p:nvPr/>
        </p:nvSpPr>
        <p:spPr>
          <a:xfrm>
            <a:off x="7880432" y="871438"/>
            <a:ext cx="857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Motor</a:t>
            </a:r>
          </a:p>
          <a:p>
            <a:pPr algn="ctr"/>
            <a:r>
              <a:rPr lang="en-US" sz="1200" dirty="0"/>
              <a:t>Controller</a:t>
            </a:r>
          </a:p>
          <a:p>
            <a:pPr algn="ctr"/>
            <a:r>
              <a:rPr lang="en-US" sz="1200" dirty="0" err="1"/>
              <a:t>Pololu</a:t>
            </a:r>
            <a:endParaRPr lang="en-US" sz="1200" dirty="0"/>
          </a:p>
          <a:p>
            <a:pPr algn="ctr"/>
            <a:r>
              <a:rPr lang="en-US" sz="1200" dirty="0"/>
              <a:t>18V7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4B1F9CAF-945B-46AA-D9AE-F8E85A0F1EA4}"/>
              </a:ext>
            </a:extLst>
          </p:cNvPr>
          <p:cNvCxnSpPr>
            <a:cxnSpLocks/>
          </p:cNvCxnSpPr>
          <p:nvPr/>
        </p:nvCxnSpPr>
        <p:spPr>
          <a:xfrm>
            <a:off x="8673743" y="1095440"/>
            <a:ext cx="1608177" cy="1399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C8588C13-8D3D-2AE3-1245-88ED607B6E8B}"/>
              </a:ext>
            </a:extLst>
          </p:cNvPr>
          <p:cNvCxnSpPr>
            <a:cxnSpLocks/>
          </p:cNvCxnSpPr>
          <p:nvPr/>
        </p:nvCxnSpPr>
        <p:spPr>
          <a:xfrm>
            <a:off x="8611688" y="1396294"/>
            <a:ext cx="1728652" cy="1629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412DC8E8-53BB-A241-C504-2BB355D6CEA9}"/>
              </a:ext>
            </a:extLst>
          </p:cNvPr>
          <p:cNvSpPr txBox="1"/>
          <p:nvPr/>
        </p:nvSpPr>
        <p:spPr>
          <a:xfrm>
            <a:off x="9833373" y="846202"/>
            <a:ext cx="51488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Fill</a:t>
            </a:r>
          </a:p>
          <a:p>
            <a:endParaRPr lang="en-US" sz="1100" dirty="0"/>
          </a:p>
          <a:p>
            <a:r>
              <a:rPr lang="en-US" sz="1100" dirty="0"/>
              <a:t>Drain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8EF95C6-93B6-63E4-D8C6-C85E3CAF1273}"/>
              </a:ext>
            </a:extLst>
          </p:cNvPr>
          <p:cNvSpPr/>
          <p:nvPr/>
        </p:nvSpPr>
        <p:spPr>
          <a:xfrm rot="16200000">
            <a:off x="9439662" y="1184921"/>
            <a:ext cx="668524" cy="111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9FA5918-88AB-CC02-5059-6F9C5801BA9D}"/>
              </a:ext>
            </a:extLst>
          </p:cNvPr>
          <p:cNvSpPr txBox="1"/>
          <p:nvPr/>
        </p:nvSpPr>
        <p:spPr>
          <a:xfrm>
            <a:off x="10877441" y="2960236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1756C2F-72DE-7509-406B-9B3C1C5D749A}"/>
              </a:ext>
            </a:extLst>
          </p:cNvPr>
          <p:cNvSpPr txBox="1"/>
          <p:nvPr/>
        </p:nvSpPr>
        <p:spPr>
          <a:xfrm>
            <a:off x="5764489" y="3051647"/>
            <a:ext cx="86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Buffer/</a:t>
            </a:r>
          </a:p>
          <a:p>
            <a:pPr algn="ctr"/>
            <a:r>
              <a:rPr lang="en-US" sz="1400" dirty="0"/>
              <a:t>Scale  x8</a:t>
            </a:r>
          </a:p>
        </p:txBody>
      </p:sp>
      <p:pic>
        <p:nvPicPr>
          <p:cNvPr id="1028" name="Picture 4" descr="Water, level, sensor, technology, system, sensors, detection icon ...">
            <a:extLst>
              <a:ext uri="{FF2B5EF4-FFF2-40B4-BE49-F238E27FC236}">
                <a16:creationId xmlns:a16="http://schemas.microsoft.com/office/drawing/2014/main" id="{448FCFB3-C032-E7C9-107B-8257641CA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64" b="48976"/>
          <a:stretch/>
        </p:blipFill>
        <p:spPr bwMode="auto">
          <a:xfrm>
            <a:off x="10154050" y="5742987"/>
            <a:ext cx="772248" cy="7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8162BB8-36E4-13CA-3A98-345A4D24F6BF}"/>
              </a:ext>
            </a:extLst>
          </p:cNvPr>
          <p:cNvSpPr txBox="1"/>
          <p:nvPr/>
        </p:nvSpPr>
        <p:spPr>
          <a:xfrm>
            <a:off x="10916160" y="4805235"/>
            <a:ext cx="71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Valve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C1563EA-54E2-82BE-8C41-7A15039CEA95}"/>
              </a:ext>
            </a:extLst>
          </p:cNvPr>
          <p:cNvCxnSpPr>
            <a:cxnSpLocks/>
          </p:cNvCxnSpPr>
          <p:nvPr/>
        </p:nvCxnSpPr>
        <p:spPr>
          <a:xfrm>
            <a:off x="989987" y="6091740"/>
            <a:ext cx="92919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>
            <a:extLst>
              <a:ext uri="{FF2B5EF4-FFF2-40B4-BE49-F238E27FC236}">
                <a16:creationId xmlns:a16="http://schemas.microsoft.com/office/drawing/2014/main" id="{EF2A9D5C-1696-44D1-F3BC-9B7E61039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762" t="27733" r="29427" b="58785"/>
          <a:stretch/>
        </p:blipFill>
        <p:spPr>
          <a:xfrm>
            <a:off x="4773452" y="1683777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A6F8EC0-4D0E-FB2D-535E-A976DF7D595C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423936" y="1399268"/>
            <a:ext cx="3799" cy="2868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27D2D12-5034-B88C-0BE0-6949291254E1}"/>
              </a:ext>
            </a:extLst>
          </p:cNvPr>
          <p:cNvCxnSpPr>
            <a:cxnSpLocks/>
          </p:cNvCxnSpPr>
          <p:nvPr/>
        </p:nvCxnSpPr>
        <p:spPr>
          <a:xfrm rot="-360000" flipH="1">
            <a:off x="5048971" y="1427738"/>
            <a:ext cx="21655" cy="2560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EDFBD18-5615-2FF7-4B0A-0452C296605A}"/>
              </a:ext>
            </a:extLst>
          </p:cNvPr>
          <p:cNvSpPr txBox="1"/>
          <p:nvPr/>
        </p:nvSpPr>
        <p:spPr>
          <a:xfrm>
            <a:off x="10760412" y="948817"/>
            <a:ext cx="10254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Pump </a:t>
            </a:r>
            <a:endParaRPr lang="en-US" sz="1200" dirty="0"/>
          </a:p>
          <a:p>
            <a:pPr algn="ctr"/>
            <a:r>
              <a:rPr lang="en-US" sz="1200" dirty="0"/>
              <a:t>4A DC Motor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2252771-877D-CD9E-255A-4986C4073FC0}"/>
              </a:ext>
            </a:extLst>
          </p:cNvPr>
          <p:cNvSpPr txBox="1"/>
          <p:nvPr/>
        </p:nvSpPr>
        <p:spPr>
          <a:xfrm>
            <a:off x="4435260" y="3839177"/>
            <a:ext cx="1554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Interface PCB</a:t>
            </a:r>
          </a:p>
          <a:p>
            <a:pPr algn="ctr"/>
            <a:r>
              <a:rPr lang="en-US" sz="1200" dirty="0"/>
              <a:t>Custom Unit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AC3DED35-8301-3BB9-D105-2073E0A59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0467" y="3307595"/>
            <a:ext cx="394649" cy="38405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DAB7BEA8-E02F-EC5C-937A-FC6756781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273" y="2872911"/>
            <a:ext cx="394649" cy="384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D95B64A-CCC1-137C-BDAE-45171FBF51A4}"/>
              </a:ext>
            </a:extLst>
          </p:cNvPr>
          <p:cNvSpPr txBox="1"/>
          <p:nvPr/>
        </p:nvSpPr>
        <p:spPr>
          <a:xfrm>
            <a:off x="5245520" y="1724163"/>
            <a:ext cx="945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14ma </a:t>
            </a:r>
          </a:p>
          <a:p>
            <a:pPr algn="ctr"/>
            <a:r>
              <a:rPr lang="en-US" sz="1400" dirty="0"/>
              <a:t>Source x8</a:t>
            </a:r>
          </a:p>
        </p:txBody>
      </p:sp>
      <p:sp>
        <p:nvSpPr>
          <p:cNvPr id="95" name="Speech Bubble: Rectangle 94">
            <a:extLst>
              <a:ext uri="{FF2B5EF4-FFF2-40B4-BE49-F238E27FC236}">
                <a16:creationId xmlns:a16="http://schemas.microsoft.com/office/drawing/2014/main" id="{AF892C74-375F-9B08-F5E9-C95DD15F4EFB}"/>
              </a:ext>
            </a:extLst>
          </p:cNvPr>
          <p:cNvSpPr/>
          <p:nvPr/>
        </p:nvSpPr>
        <p:spPr>
          <a:xfrm>
            <a:off x="10112100" y="1832330"/>
            <a:ext cx="1013182" cy="310155"/>
          </a:xfrm>
          <a:prstGeom prst="wedgeRectCallout">
            <a:avLst>
              <a:gd name="adj1" fmla="val -75163"/>
              <a:gd name="adj2" fmla="val 1690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Connector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4385E00-793B-8FE5-340E-B7B9E4FC2AA5}"/>
              </a:ext>
            </a:extLst>
          </p:cNvPr>
          <p:cNvCxnSpPr>
            <a:cxnSpLocks/>
            <a:endCxn id="1041" idx="3"/>
          </p:cNvCxnSpPr>
          <p:nvPr/>
        </p:nvCxnSpPr>
        <p:spPr>
          <a:xfrm flipH="1">
            <a:off x="3197148" y="710577"/>
            <a:ext cx="4737853" cy="148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848FA1-44CB-DFDD-5F2B-A706DBE65E77}"/>
              </a:ext>
            </a:extLst>
          </p:cNvPr>
          <p:cNvCxnSpPr>
            <a:cxnSpLocks/>
          </p:cNvCxnSpPr>
          <p:nvPr/>
        </p:nvCxnSpPr>
        <p:spPr>
          <a:xfrm flipH="1">
            <a:off x="2844800" y="852641"/>
            <a:ext cx="5090201" cy="8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AB6BB0D-9E56-FFFE-11F4-94063C431847}"/>
              </a:ext>
            </a:extLst>
          </p:cNvPr>
          <p:cNvSpPr txBox="1"/>
          <p:nvPr/>
        </p:nvSpPr>
        <p:spPr>
          <a:xfrm>
            <a:off x="5070626" y="1273849"/>
            <a:ext cx="1028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   &gt;</a:t>
            </a:r>
            <a:r>
              <a:rPr lang="en-US" sz="1400" dirty="0"/>
              <a:t>To Laser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3DD6F9C-B10A-DD88-0EB9-CD03303AEE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9175" y="4788051"/>
            <a:ext cx="776467" cy="6346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146FBF1-10C0-6767-5961-9D1FD5ABF1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7807" y="4377298"/>
            <a:ext cx="571709" cy="29599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87EC28C-90E9-1CC0-6B0D-806F4F7E7163}"/>
              </a:ext>
            </a:extLst>
          </p:cNvPr>
          <p:cNvSpPr/>
          <p:nvPr/>
        </p:nvSpPr>
        <p:spPr>
          <a:xfrm>
            <a:off x="7897276" y="2899631"/>
            <a:ext cx="776467" cy="1792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A7A92F-3E5E-0B06-DD08-37AE616D86EE}"/>
              </a:ext>
            </a:extLst>
          </p:cNvPr>
          <p:cNvSpPr/>
          <p:nvPr/>
        </p:nvSpPr>
        <p:spPr>
          <a:xfrm>
            <a:off x="8126683" y="3965513"/>
            <a:ext cx="271802" cy="24984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800" dirty="0"/>
              <a:t>DO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57105-7D71-883B-B00C-101CEDC9A6AD}"/>
              </a:ext>
            </a:extLst>
          </p:cNvPr>
          <p:cNvSpPr txBox="1"/>
          <p:nvPr/>
        </p:nvSpPr>
        <p:spPr>
          <a:xfrm>
            <a:off x="3640324" y="3279790"/>
            <a:ext cx="14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b="1" dirty="0"/>
              <a:t> -&gt; </a:t>
            </a:r>
            <a:r>
              <a:rPr lang="en-US" sz="1400" dirty="0"/>
              <a:t>To Sys </a:t>
            </a:r>
            <a:r>
              <a:rPr lang="en-US" sz="1400" dirty="0" err="1"/>
              <a:t>Gnd</a:t>
            </a:r>
            <a:endParaRPr lang="en-US" sz="1400" dirty="0"/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6EA8471-8F8D-F4EF-8600-6923806C525C}"/>
              </a:ext>
            </a:extLst>
          </p:cNvPr>
          <p:cNvCxnSpPr>
            <a:cxnSpLocks/>
            <a:stCxn id="65" idx="2"/>
            <a:endCxn id="126" idx="0"/>
          </p:cNvCxnSpPr>
          <p:nvPr/>
        </p:nvCxnSpPr>
        <p:spPr>
          <a:xfrm rot="16200000" flipH="1">
            <a:off x="7460995" y="-30155"/>
            <a:ext cx="529201" cy="5353248"/>
          </a:xfrm>
          <a:prstGeom prst="bent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45252F68-42D6-1EBB-1C98-FC3897BF2E29}"/>
              </a:ext>
            </a:extLst>
          </p:cNvPr>
          <p:cNvCxnSpPr>
            <a:cxnSpLocks/>
          </p:cNvCxnSpPr>
          <p:nvPr/>
        </p:nvCxnSpPr>
        <p:spPr>
          <a:xfrm>
            <a:off x="4435260" y="2576980"/>
            <a:ext cx="6070449" cy="564484"/>
          </a:xfrm>
          <a:prstGeom prst="bentConnector3">
            <a:avLst>
              <a:gd name="adj1" fmla="val 100420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F8097A6-47B2-E16B-5C73-8B48C9930298}"/>
              </a:ext>
            </a:extLst>
          </p:cNvPr>
          <p:cNvCxnSpPr>
            <a:cxnSpLocks/>
            <a:stCxn id="65" idx="2"/>
            <a:endCxn id="92" idx="1"/>
          </p:cNvCxnSpPr>
          <p:nvPr/>
        </p:nvCxnSpPr>
        <p:spPr>
          <a:xfrm rot="16200000" flipH="1">
            <a:off x="4705842" y="2724998"/>
            <a:ext cx="1117754" cy="431496"/>
          </a:xfrm>
          <a:prstGeom prst="bentConnector2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F59CEA64-44CB-6559-14F2-C9678E46373E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4628456" y="2183513"/>
            <a:ext cx="678444" cy="1079886"/>
          </a:xfrm>
          <a:prstGeom prst="bentConnector2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B1F904E5-6440-7B38-46A3-E1753F23E8E6}"/>
              </a:ext>
            </a:extLst>
          </p:cNvPr>
          <p:cNvCxnSpPr>
            <a:cxnSpLocks/>
            <a:stCxn id="45" idx="3"/>
            <a:endCxn id="39" idx="0"/>
          </p:cNvCxnSpPr>
          <p:nvPr/>
        </p:nvCxnSpPr>
        <p:spPr>
          <a:xfrm>
            <a:off x="9659516" y="4525294"/>
            <a:ext cx="937893" cy="262757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F21EEFA-DF8B-A729-7F75-1BB31186CC85}"/>
              </a:ext>
            </a:extLst>
          </p:cNvPr>
          <p:cNvSpPr txBox="1"/>
          <p:nvPr/>
        </p:nvSpPr>
        <p:spPr>
          <a:xfrm>
            <a:off x="8679276" y="4143564"/>
            <a:ext cx="615297" cy="307777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ctr"/>
            <a:r>
              <a:rPr lang="en-US" sz="1400" dirty="0"/>
              <a:t>24Vdc 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0167D52-0121-A94E-1076-F8D7BEC5F194}"/>
              </a:ext>
            </a:extLst>
          </p:cNvPr>
          <p:cNvCxnSpPr>
            <a:cxnSpLocks/>
            <a:stCxn id="45" idx="1"/>
          </p:cNvCxnSpPr>
          <p:nvPr/>
        </p:nvCxnSpPr>
        <p:spPr>
          <a:xfrm flipH="1" flipV="1">
            <a:off x="9072675" y="4416246"/>
            <a:ext cx="15132" cy="1090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7631FA9E-5D74-719E-0969-1F382C44E3F5}"/>
              </a:ext>
            </a:extLst>
          </p:cNvPr>
          <p:cNvCxnSpPr>
            <a:cxnSpLocks/>
            <a:stCxn id="54" idx="6"/>
            <a:endCxn id="45" idx="0"/>
          </p:cNvCxnSpPr>
          <p:nvPr/>
        </p:nvCxnSpPr>
        <p:spPr>
          <a:xfrm>
            <a:off x="8398485" y="4090436"/>
            <a:ext cx="975177" cy="28686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62F9108-A585-92C2-AE6A-543230E6E32E}"/>
              </a:ext>
            </a:extLst>
          </p:cNvPr>
          <p:cNvSpPr/>
          <p:nvPr/>
        </p:nvSpPr>
        <p:spPr>
          <a:xfrm rot="16200000">
            <a:off x="9581529" y="4461486"/>
            <a:ext cx="384790" cy="10339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B246061-EAFB-9DDF-1058-2B3B73AA5BEF}"/>
              </a:ext>
            </a:extLst>
          </p:cNvPr>
          <p:cNvSpPr/>
          <p:nvPr/>
        </p:nvSpPr>
        <p:spPr>
          <a:xfrm rot="16200000">
            <a:off x="9537726" y="5979342"/>
            <a:ext cx="481267" cy="10595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787E3B1-274E-04D3-CBC3-1BEB7E401C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4513" y="2742387"/>
            <a:ext cx="714475" cy="12574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999EF68-CFD1-22EC-A7F7-5FC9F0F898D3}"/>
              </a:ext>
            </a:extLst>
          </p:cNvPr>
          <p:cNvSpPr txBox="1"/>
          <p:nvPr/>
        </p:nvSpPr>
        <p:spPr>
          <a:xfrm>
            <a:off x="7889868" y="4185625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637496-9DDA-362C-EDF8-2A4B20CD1E1D}"/>
              </a:ext>
            </a:extLst>
          </p:cNvPr>
          <p:cNvSpPr txBox="1"/>
          <p:nvPr/>
        </p:nvSpPr>
        <p:spPr>
          <a:xfrm>
            <a:off x="10402219" y="2938269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8C883AD-2E2D-88C5-B65B-3AAC4B7EA0CC}"/>
              </a:ext>
            </a:extLst>
          </p:cNvPr>
          <p:cNvSpPr/>
          <p:nvPr/>
        </p:nvSpPr>
        <p:spPr>
          <a:xfrm>
            <a:off x="10112100" y="2911070"/>
            <a:ext cx="580237" cy="1336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7683C0-640D-6CD3-5C9D-7F906E2F5FFC}"/>
              </a:ext>
            </a:extLst>
          </p:cNvPr>
          <p:cNvSpPr/>
          <p:nvPr/>
        </p:nvSpPr>
        <p:spPr>
          <a:xfrm>
            <a:off x="10298200" y="3063732"/>
            <a:ext cx="261923" cy="7386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914727F-6984-3EB8-604E-8AF0BA75C604}"/>
              </a:ext>
            </a:extLst>
          </p:cNvPr>
          <p:cNvSpPr txBox="1"/>
          <p:nvPr/>
        </p:nvSpPr>
        <p:spPr>
          <a:xfrm>
            <a:off x="10982747" y="5750717"/>
            <a:ext cx="7838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Laser </a:t>
            </a:r>
            <a:endParaRPr lang="en-US" sz="1200" dirty="0"/>
          </a:p>
          <a:p>
            <a:r>
              <a:rPr lang="en-US" sz="1200" dirty="0" err="1"/>
              <a:t>Keyance</a:t>
            </a:r>
            <a:endParaRPr lang="en-US" sz="1200" dirty="0"/>
          </a:p>
          <a:p>
            <a:r>
              <a:rPr lang="en-US" sz="1200" dirty="0"/>
              <a:t>LG-K</a:t>
            </a:r>
            <a:endParaRPr lang="en-US" dirty="0"/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7001BD4C-D772-0458-E441-1925ED2513CD}"/>
              </a:ext>
            </a:extLst>
          </p:cNvPr>
          <p:cNvCxnSpPr>
            <a:cxnSpLocks/>
            <a:stCxn id="164" idx="2"/>
            <a:endCxn id="43" idx="0"/>
          </p:cNvCxnSpPr>
          <p:nvPr/>
        </p:nvCxnSpPr>
        <p:spPr>
          <a:xfrm rot="5400000">
            <a:off x="5934947" y="3465272"/>
            <a:ext cx="3920953" cy="788048"/>
          </a:xfrm>
          <a:prstGeom prst="bentConnector3">
            <a:avLst>
              <a:gd name="adj1" fmla="val 886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FDA12633-0EB2-A4F7-9C04-4F07503FA118}"/>
              </a:ext>
            </a:extLst>
          </p:cNvPr>
          <p:cNvCxnSpPr>
            <a:cxnSpLocks/>
            <a:endCxn id="31" idx="2"/>
          </p:cNvCxnSpPr>
          <p:nvPr/>
        </p:nvCxnSpPr>
        <p:spPr>
          <a:xfrm rot="5400000" flipH="1" flipV="1">
            <a:off x="7573952" y="4999090"/>
            <a:ext cx="1013964" cy="495031"/>
          </a:xfrm>
          <a:prstGeom prst="bentConnector3">
            <a:avLst>
              <a:gd name="adj1" fmla="val 725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7C25CA4-08C7-8D0F-8484-3A9DD62E8739}"/>
              </a:ext>
            </a:extLst>
          </p:cNvPr>
          <p:cNvSpPr/>
          <p:nvPr/>
        </p:nvSpPr>
        <p:spPr>
          <a:xfrm>
            <a:off x="6984368" y="5819773"/>
            <a:ext cx="1034061" cy="543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Hub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48BF049-ED7F-841A-4D33-DDA9EFB8130E}"/>
              </a:ext>
            </a:extLst>
          </p:cNvPr>
          <p:cNvSpPr txBox="1"/>
          <p:nvPr/>
        </p:nvSpPr>
        <p:spPr>
          <a:xfrm>
            <a:off x="4288425" y="236914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  <a:sym typeface="Symbol" panose="05050102010706020507" pitchFamily="18" charset="2"/>
              </a:rPr>
              <a:t>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7EF81F20-72DF-8541-ADC3-258609B16133}"/>
              </a:ext>
            </a:extLst>
          </p:cNvPr>
          <p:cNvSpPr txBox="1"/>
          <p:nvPr/>
        </p:nvSpPr>
        <p:spPr>
          <a:xfrm>
            <a:off x="4914836" y="245517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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FFAD7B-03DC-BE71-7FF3-4B5BCA7B5EC9}"/>
              </a:ext>
            </a:extLst>
          </p:cNvPr>
          <p:cNvSpPr/>
          <p:nvPr/>
        </p:nvSpPr>
        <p:spPr>
          <a:xfrm rot="16200000">
            <a:off x="9478368" y="2580688"/>
            <a:ext cx="604419" cy="1055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AA559DDD-BC00-DCE6-664D-6EE920403950}"/>
              </a:ext>
            </a:extLst>
          </p:cNvPr>
          <p:cNvSpPr txBox="1"/>
          <p:nvPr/>
        </p:nvSpPr>
        <p:spPr>
          <a:xfrm>
            <a:off x="2517393" y="1198055"/>
            <a:ext cx="73488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Instrument</a:t>
            </a:r>
          </a:p>
          <a:p>
            <a:pPr algn="ctr"/>
            <a:r>
              <a:rPr lang="en-US" sz="1200" dirty="0"/>
              <a:t>Power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5E753165-4042-86F3-E317-D75AA5A10940}"/>
              </a:ext>
            </a:extLst>
          </p:cNvPr>
          <p:cNvSpPr txBox="1"/>
          <p:nvPr/>
        </p:nvSpPr>
        <p:spPr>
          <a:xfrm>
            <a:off x="2559280" y="494553"/>
            <a:ext cx="63786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sz="1200" dirty="0"/>
              <a:t>    24Vdc   </a:t>
            </a:r>
          </a:p>
          <a:p>
            <a:pPr algn="ctr"/>
            <a:r>
              <a:rPr lang="en-US" sz="1200" dirty="0"/>
              <a:t> SMPS  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A482BA9A-1975-AC79-E620-4F841ED67DC5}"/>
              </a:ext>
            </a:extLst>
          </p:cNvPr>
          <p:cNvSpPr txBox="1"/>
          <p:nvPr/>
        </p:nvSpPr>
        <p:spPr>
          <a:xfrm>
            <a:off x="3130114" y="4986260"/>
            <a:ext cx="1959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MLOI</a:t>
            </a:r>
          </a:p>
          <a:p>
            <a:pPr algn="ctr"/>
            <a:r>
              <a:rPr lang="en-US" dirty="0"/>
              <a:t>Distribution Panel</a:t>
            </a:r>
          </a:p>
        </p:txBody>
      </p:sp>
      <p:pic>
        <p:nvPicPr>
          <p:cNvPr id="1030" name="Picture 6" descr="Laptop icon vector. computer illustration sign. PC symbol or logo ...">
            <a:extLst>
              <a:ext uri="{FF2B5EF4-FFF2-40B4-BE49-F238E27FC236}">
                <a16:creationId xmlns:a16="http://schemas.microsoft.com/office/drawing/2014/main" id="{78639909-E65B-EBD0-B805-D42C9D824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2" r="14498" b="12449"/>
          <a:stretch>
            <a:fillRect/>
          </a:stretch>
        </p:blipFill>
        <p:spPr bwMode="auto">
          <a:xfrm>
            <a:off x="647557" y="4557940"/>
            <a:ext cx="1416213" cy="180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92A853C1-5D04-E4C9-6660-278465840829}"/>
              </a:ext>
            </a:extLst>
          </p:cNvPr>
          <p:cNvSpPr txBox="1"/>
          <p:nvPr/>
        </p:nvSpPr>
        <p:spPr>
          <a:xfrm>
            <a:off x="766159" y="5046785"/>
            <a:ext cx="11002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LV Win11</a:t>
            </a:r>
          </a:p>
          <a:p>
            <a:r>
              <a:rPr lang="en-US" sz="1200" dirty="0"/>
              <a:t>Workstation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5F446E39-4F75-78EC-A8D6-809F945D57C3}"/>
              </a:ext>
            </a:extLst>
          </p:cNvPr>
          <p:cNvSpPr txBox="1"/>
          <p:nvPr/>
        </p:nvSpPr>
        <p:spPr>
          <a:xfrm>
            <a:off x="9040196" y="462875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SSR</a:t>
            </a:r>
          </a:p>
        </p:txBody>
      </p:sp>
    </p:spTree>
    <p:extLst>
      <p:ext uri="{BB962C8B-B14F-4D97-AF65-F5344CB8AC3E}">
        <p14:creationId xmlns:p14="http://schemas.microsoft.com/office/powerpoint/2010/main" val="3547915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84BA92-B348-150A-5D91-43C6F381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PLORING THE FIRST SYMBOL IN THE PTOA LOGO - The Process Technology ...">
            <a:extLst>
              <a:ext uri="{FF2B5EF4-FFF2-40B4-BE49-F238E27FC236}">
                <a16:creationId xmlns:a16="http://schemas.microsoft.com/office/drawing/2014/main" id="{3192AE8B-49C5-8712-625D-8CB25B5B2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4" t="30944" r="27210" b="24932"/>
          <a:stretch/>
        </p:blipFill>
        <p:spPr bwMode="auto">
          <a:xfrm>
            <a:off x="9543725" y="1813904"/>
            <a:ext cx="755375" cy="769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AEBAF6-00F7-1D12-2786-A8E0B417C0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8" t="6033" r="55743" b="9157"/>
          <a:stretch/>
        </p:blipFill>
        <p:spPr>
          <a:xfrm>
            <a:off x="6138604" y="4228599"/>
            <a:ext cx="806924" cy="163904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2B0E7E-600C-2742-3781-A131448D4ECD}"/>
              </a:ext>
            </a:extLst>
          </p:cNvPr>
          <p:cNvCxnSpPr>
            <a:cxnSpLocks/>
          </p:cNvCxnSpPr>
          <p:nvPr/>
        </p:nvCxnSpPr>
        <p:spPr>
          <a:xfrm flipH="1">
            <a:off x="3489340" y="3463322"/>
            <a:ext cx="2826972" cy="18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13B90FC-D229-3A59-B3F4-0FE1AEA409ED}"/>
              </a:ext>
            </a:extLst>
          </p:cNvPr>
          <p:cNvSpPr/>
          <p:nvPr/>
        </p:nvSpPr>
        <p:spPr>
          <a:xfrm>
            <a:off x="2991957" y="523949"/>
            <a:ext cx="5003079" cy="3356311"/>
          </a:xfrm>
          <a:prstGeom prst="rect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FC90F3-5091-D4D4-CBE3-58B004012FB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762" t="27733" r="29427" b="58785"/>
          <a:stretch/>
        </p:blipFill>
        <p:spPr>
          <a:xfrm>
            <a:off x="3666745" y="1751458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FADF4E-D91D-E28D-5C60-5BE1CEBABA6F}"/>
              </a:ext>
            </a:extLst>
          </p:cNvPr>
          <p:cNvSpPr/>
          <p:nvPr/>
        </p:nvSpPr>
        <p:spPr>
          <a:xfrm>
            <a:off x="4222266" y="4573283"/>
            <a:ext cx="402336" cy="128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444E11-03E6-A99B-DB59-0586182EDE3E}"/>
              </a:ext>
            </a:extLst>
          </p:cNvPr>
          <p:cNvCxnSpPr>
            <a:cxnSpLocks/>
          </p:cNvCxnSpPr>
          <p:nvPr/>
        </p:nvCxnSpPr>
        <p:spPr>
          <a:xfrm flipH="1">
            <a:off x="3011151" y="1421277"/>
            <a:ext cx="275243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5D38BD-027A-EA7D-E028-962CC669AAEF}"/>
              </a:ext>
            </a:extLst>
          </p:cNvPr>
          <p:cNvSpPr/>
          <p:nvPr/>
        </p:nvSpPr>
        <p:spPr>
          <a:xfrm>
            <a:off x="4186902" y="3463322"/>
            <a:ext cx="137626" cy="1133856"/>
          </a:xfrm>
          <a:custGeom>
            <a:avLst/>
            <a:gdLst>
              <a:gd name="connsiteX0" fmla="*/ 137626 w 137626"/>
              <a:gd name="connsiteY0" fmla="*/ 1133856 h 1133856"/>
              <a:gd name="connsiteX1" fmla="*/ 3514 w 137626"/>
              <a:gd name="connsiteY1" fmla="*/ 707136 h 1133856"/>
              <a:gd name="connsiteX2" fmla="*/ 52282 w 137626"/>
              <a:gd name="connsiteY2" fmla="*/ 0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626" h="1133856">
                <a:moveTo>
                  <a:pt x="137626" y="1133856"/>
                </a:moveTo>
                <a:cubicBezTo>
                  <a:pt x="77682" y="1014984"/>
                  <a:pt x="17738" y="896112"/>
                  <a:pt x="3514" y="707136"/>
                </a:cubicBezTo>
                <a:cubicBezTo>
                  <a:pt x="-10710" y="518160"/>
                  <a:pt x="20786" y="259080"/>
                  <a:pt x="5228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E7D310-7A43-2063-C5F4-40586C772D4F}"/>
              </a:ext>
            </a:extLst>
          </p:cNvPr>
          <p:cNvCxnSpPr>
            <a:cxnSpLocks/>
          </p:cNvCxnSpPr>
          <p:nvPr/>
        </p:nvCxnSpPr>
        <p:spPr>
          <a:xfrm>
            <a:off x="5911723" y="3452531"/>
            <a:ext cx="0" cy="2218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9641BBB-F63B-DDB8-10F1-7186FF72A8B1}"/>
              </a:ext>
            </a:extLst>
          </p:cNvPr>
          <p:cNvSpPr/>
          <p:nvPr/>
        </p:nvSpPr>
        <p:spPr>
          <a:xfrm>
            <a:off x="4624162" y="3452531"/>
            <a:ext cx="450226" cy="1097280"/>
          </a:xfrm>
          <a:custGeom>
            <a:avLst/>
            <a:gdLst>
              <a:gd name="connsiteX0" fmla="*/ 0 w 1214299"/>
              <a:gd name="connsiteY0" fmla="*/ 704787 h 704787"/>
              <a:gd name="connsiteX1" fmla="*/ 158496 w 1214299"/>
              <a:gd name="connsiteY1" fmla="*/ 448755 h 704787"/>
              <a:gd name="connsiteX2" fmla="*/ 853440 w 1214299"/>
              <a:gd name="connsiteY2" fmla="*/ 485331 h 704787"/>
              <a:gd name="connsiteX3" fmla="*/ 1182624 w 1214299"/>
              <a:gd name="connsiteY3" fmla="*/ 46419 h 704787"/>
              <a:gd name="connsiteX4" fmla="*/ 1182624 w 1214299"/>
              <a:gd name="connsiteY4" fmla="*/ 34227 h 70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4299" h="704787">
                <a:moveTo>
                  <a:pt x="0" y="704787"/>
                </a:moveTo>
                <a:cubicBezTo>
                  <a:pt x="8128" y="595059"/>
                  <a:pt x="16256" y="485331"/>
                  <a:pt x="158496" y="448755"/>
                </a:cubicBezTo>
                <a:cubicBezTo>
                  <a:pt x="300736" y="412179"/>
                  <a:pt x="682752" y="552387"/>
                  <a:pt x="853440" y="485331"/>
                </a:cubicBezTo>
                <a:cubicBezTo>
                  <a:pt x="1024128" y="418275"/>
                  <a:pt x="1127760" y="121603"/>
                  <a:pt x="1182624" y="46419"/>
                </a:cubicBezTo>
                <a:cubicBezTo>
                  <a:pt x="1237488" y="-28765"/>
                  <a:pt x="1210056" y="2731"/>
                  <a:pt x="1182624" y="3422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11F8C4B-34FD-5817-57CE-59FD78E2EA20}"/>
              </a:ext>
            </a:extLst>
          </p:cNvPr>
          <p:cNvCxnSpPr>
            <a:cxnSpLocks/>
          </p:cNvCxnSpPr>
          <p:nvPr/>
        </p:nvCxnSpPr>
        <p:spPr>
          <a:xfrm rot="16200000" flipV="1">
            <a:off x="2383621" y="2363339"/>
            <a:ext cx="1733250" cy="478188"/>
          </a:xfrm>
          <a:prstGeom prst="bentConnector3">
            <a:avLst>
              <a:gd name="adj1" fmla="val 10339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59E242D-2C27-CDB9-3428-646EFBEB9C14}"/>
              </a:ext>
            </a:extLst>
          </p:cNvPr>
          <p:cNvSpPr/>
          <p:nvPr/>
        </p:nvSpPr>
        <p:spPr>
          <a:xfrm rot="16200000">
            <a:off x="2874680" y="1551097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FF1E811-01D5-38E0-7372-F671676AB03B}"/>
              </a:ext>
            </a:extLst>
          </p:cNvPr>
          <p:cNvCxnSpPr/>
          <p:nvPr/>
        </p:nvCxnSpPr>
        <p:spPr>
          <a:xfrm flipH="1">
            <a:off x="5911723" y="4814322"/>
            <a:ext cx="246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D53349F-6FC4-CFC1-CCC0-5F5B38BF9552}"/>
              </a:ext>
            </a:extLst>
          </p:cNvPr>
          <p:cNvCxnSpPr>
            <a:cxnSpLocks/>
          </p:cNvCxnSpPr>
          <p:nvPr/>
        </p:nvCxnSpPr>
        <p:spPr>
          <a:xfrm flipH="1">
            <a:off x="5910017" y="5590130"/>
            <a:ext cx="289949" cy="15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FE87A95-0D0E-DADE-FBFB-06F96B6F987E}"/>
              </a:ext>
            </a:extLst>
          </p:cNvPr>
          <p:cNvSpPr/>
          <p:nvPr/>
        </p:nvSpPr>
        <p:spPr>
          <a:xfrm>
            <a:off x="3969322" y="4415295"/>
            <a:ext cx="1036587" cy="85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026FF37F-2C23-A616-DEA6-14339EA1F3C7}"/>
              </a:ext>
            </a:extLst>
          </p:cNvPr>
          <p:cNvSpPr/>
          <p:nvPr/>
        </p:nvSpPr>
        <p:spPr>
          <a:xfrm>
            <a:off x="3998464" y="2473022"/>
            <a:ext cx="373971" cy="2112453"/>
          </a:xfrm>
          <a:custGeom>
            <a:avLst/>
            <a:gdLst>
              <a:gd name="connsiteX0" fmla="*/ 8212 w 403839"/>
              <a:gd name="connsiteY0" fmla="*/ 0 h 1865376"/>
              <a:gd name="connsiteX1" fmla="*/ 8212 w 403839"/>
              <a:gd name="connsiteY1" fmla="*/ 60960 h 1865376"/>
              <a:gd name="connsiteX2" fmla="*/ 93556 w 403839"/>
              <a:gd name="connsiteY2" fmla="*/ 316992 h 1865376"/>
              <a:gd name="connsiteX3" fmla="*/ 386164 w 403839"/>
              <a:gd name="connsiteY3" fmla="*/ 609600 h 1865376"/>
              <a:gd name="connsiteX4" fmla="*/ 373972 w 403839"/>
              <a:gd name="connsiteY4" fmla="*/ 1255776 h 1865376"/>
              <a:gd name="connsiteX5" fmla="*/ 398356 w 403839"/>
              <a:gd name="connsiteY5" fmla="*/ 1865376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39" h="1865376">
                <a:moveTo>
                  <a:pt x="8212" y="0"/>
                </a:moveTo>
                <a:cubicBezTo>
                  <a:pt x="1100" y="4064"/>
                  <a:pt x="-6012" y="8128"/>
                  <a:pt x="8212" y="60960"/>
                </a:cubicBezTo>
                <a:cubicBezTo>
                  <a:pt x="22436" y="113792"/>
                  <a:pt x="30564" y="225552"/>
                  <a:pt x="93556" y="316992"/>
                </a:cubicBezTo>
                <a:cubicBezTo>
                  <a:pt x="156548" y="408432"/>
                  <a:pt x="339428" y="453136"/>
                  <a:pt x="386164" y="609600"/>
                </a:cubicBezTo>
                <a:cubicBezTo>
                  <a:pt x="432900" y="766064"/>
                  <a:pt x="371940" y="1046480"/>
                  <a:pt x="373972" y="1255776"/>
                </a:cubicBezTo>
                <a:cubicBezTo>
                  <a:pt x="376004" y="1465072"/>
                  <a:pt x="387180" y="1665224"/>
                  <a:pt x="398356" y="1865376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14DE5D0C-42FB-B625-44A1-BE5A1F5A3B63}"/>
              </a:ext>
            </a:extLst>
          </p:cNvPr>
          <p:cNvSpPr/>
          <p:nvPr/>
        </p:nvSpPr>
        <p:spPr>
          <a:xfrm>
            <a:off x="4372436" y="3226026"/>
            <a:ext cx="1910722" cy="2128120"/>
          </a:xfrm>
          <a:custGeom>
            <a:avLst/>
            <a:gdLst>
              <a:gd name="connsiteX0" fmla="*/ 0 w 1910722"/>
              <a:gd name="connsiteY0" fmla="*/ 18329 h 2128120"/>
              <a:gd name="connsiteX1" fmla="*/ 646176 w 1910722"/>
              <a:gd name="connsiteY1" fmla="*/ 6137 h 2128120"/>
              <a:gd name="connsiteX2" fmla="*/ 1182624 w 1910722"/>
              <a:gd name="connsiteY2" fmla="*/ 103673 h 2128120"/>
              <a:gd name="connsiteX3" fmla="*/ 1060704 w 1910722"/>
              <a:gd name="connsiteY3" fmla="*/ 664505 h 2128120"/>
              <a:gd name="connsiteX4" fmla="*/ 1011936 w 1910722"/>
              <a:gd name="connsiteY4" fmla="*/ 1615481 h 2128120"/>
              <a:gd name="connsiteX5" fmla="*/ 1133856 w 1910722"/>
              <a:gd name="connsiteY5" fmla="*/ 2103161 h 2128120"/>
              <a:gd name="connsiteX6" fmla="*/ 1853184 w 1910722"/>
              <a:gd name="connsiteY6" fmla="*/ 2054393 h 2128120"/>
              <a:gd name="connsiteX7" fmla="*/ 1865376 w 1910722"/>
              <a:gd name="connsiteY7" fmla="*/ 2030009 h 2128120"/>
              <a:gd name="connsiteX8" fmla="*/ 1865376 w 1910722"/>
              <a:gd name="connsiteY8" fmla="*/ 2030009 h 2128120"/>
              <a:gd name="connsiteX9" fmla="*/ 1804416 w 1910722"/>
              <a:gd name="connsiteY9" fmla="*/ 2005625 h 212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10722" h="2128120">
                <a:moveTo>
                  <a:pt x="0" y="18329"/>
                </a:moveTo>
                <a:cubicBezTo>
                  <a:pt x="224536" y="5121"/>
                  <a:pt x="449072" y="-8087"/>
                  <a:pt x="646176" y="6137"/>
                </a:cubicBezTo>
                <a:cubicBezTo>
                  <a:pt x="843280" y="20361"/>
                  <a:pt x="1113536" y="-6055"/>
                  <a:pt x="1182624" y="103673"/>
                </a:cubicBezTo>
                <a:cubicBezTo>
                  <a:pt x="1251712" y="213401"/>
                  <a:pt x="1089152" y="412537"/>
                  <a:pt x="1060704" y="664505"/>
                </a:cubicBezTo>
                <a:cubicBezTo>
                  <a:pt x="1032256" y="916473"/>
                  <a:pt x="999744" y="1375705"/>
                  <a:pt x="1011936" y="1615481"/>
                </a:cubicBezTo>
                <a:cubicBezTo>
                  <a:pt x="1024128" y="1855257"/>
                  <a:pt x="993648" y="2030009"/>
                  <a:pt x="1133856" y="2103161"/>
                </a:cubicBezTo>
                <a:cubicBezTo>
                  <a:pt x="1274064" y="2176313"/>
                  <a:pt x="1731264" y="2066585"/>
                  <a:pt x="1853184" y="2054393"/>
                </a:cubicBezTo>
                <a:cubicBezTo>
                  <a:pt x="1975104" y="2042201"/>
                  <a:pt x="1865376" y="2030009"/>
                  <a:pt x="1865376" y="2030009"/>
                </a:cubicBezTo>
                <a:lnTo>
                  <a:pt x="1865376" y="2030009"/>
                </a:lnTo>
                <a:lnTo>
                  <a:pt x="1804416" y="2005625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B9148BA9-58E1-C39B-3DAD-5EE7C987D412}"/>
              </a:ext>
            </a:extLst>
          </p:cNvPr>
          <p:cNvSpPr/>
          <p:nvPr/>
        </p:nvSpPr>
        <p:spPr>
          <a:xfrm>
            <a:off x="4542214" y="2457573"/>
            <a:ext cx="903439" cy="2091326"/>
          </a:xfrm>
          <a:custGeom>
            <a:avLst/>
            <a:gdLst>
              <a:gd name="connsiteX0" fmla="*/ 890926 w 903439"/>
              <a:gd name="connsiteY0" fmla="*/ 0 h 1755648"/>
              <a:gd name="connsiteX1" fmla="*/ 829966 w 903439"/>
              <a:gd name="connsiteY1" fmla="*/ 292608 h 1755648"/>
              <a:gd name="connsiteX2" fmla="*/ 330094 w 903439"/>
              <a:gd name="connsiteY2" fmla="*/ 548640 h 1755648"/>
              <a:gd name="connsiteX3" fmla="*/ 37486 w 903439"/>
              <a:gd name="connsiteY3" fmla="*/ 1243584 h 1755648"/>
              <a:gd name="connsiteX4" fmla="*/ 13102 w 903439"/>
              <a:gd name="connsiteY4" fmla="*/ 1755648 h 1755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439" h="1755648">
                <a:moveTo>
                  <a:pt x="890926" y="0"/>
                </a:moveTo>
                <a:cubicBezTo>
                  <a:pt x="907182" y="100584"/>
                  <a:pt x="923438" y="201168"/>
                  <a:pt x="829966" y="292608"/>
                </a:cubicBezTo>
                <a:cubicBezTo>
                  <a:pt x="736494" y="384048"/>
                  <a:pt x="462174" y="390144"/>
                  <a:pt x="330094" y="548640"/>
                </a:cubicBezTo>
                <a:cubicBezTo>
                  <a:pt x="198014" y="707136"/>
                  <a:pt x="90318" y="1042416"/>
                  <a:pt x="37486" y="1243584"/>
                </a:cubicBezTo>
                <a:cubicBezTo>
                  <a:pt x="-15346" y="1444752"/>
                  <a:pt x="-1122" y="1600200"/>
                  <a:pt x="13102" y="1755648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Freeform: Shape 129">
            <a:extLst>
              <a:ext uri="{FF2B5EF4-FFF2-40B4-BE49-F238E27FC236}">
                <a16:creationId xmlns:a16="http://schemas.microsoft.com/office/drawing/2014/main" id="{BF199129-C5B9-E1D2-34EA-BD3BB26EE0D1}"/>
              </a:ext>
            </a:extLst>
          </p:cNvPr>
          <p:cNvSpPr/>
          <p:nvPr/>
        </p:nvSpPr>
        <p:spPr>
          <a:xfrm>
            <a:off x="5148991" y="2913645"/>
            <a:ext cx="1128038" cy="1557458"/>
          </a:xfrm>
          <a:custGeom>
            <a:avLst/>
            <a:gdLst>
              <a:gd name="connsiteX0" fmla="*/ 0 w 743712"/>
              <a:gd name="connsiteY0" fmla="*/ 0 h 1536192"/>
              <a:gd name="connsiteX1" fmla="*/ 329184 w 743712"/>
              <a:gd name="connsiteY1" fmla="*/ 219456 h 1536192"/>
              <a:gd name="connsiteX2" fmla="*/ 280416 w 743712"/>
              <a:gd name="connsiteY2" fmla="*/ 1109472 h 1536192"/>
              <a:gd name="connsiteX3" fmla="*/ 268224 w 743712"/>
              <a:gd name="connsiteY3" fmla="*/ 1463040 h 1536192"/>
              <a:gd name="connsiteX4" fmla="*/ 743712 w 743712"/>
              <a:gd name="connsiteY4" fmla="*/ 1536192 h 1536192"/>
              <a:gd name="connsiteX0" fmla="*/ 0 w 1176021"/>
              <a:gd name="connsiteY0" fmla="*/ 0 h 1557458"/>
              <a:gd name="connsiteX1" fmla="*/ 761493 w 1176021"/>
              <a:gd name="connsiteY1" fmla="*/ 240722 h 1557458"/>
              <a:gd name="connsiteX2" fmla="*/ 712725 w 1176021"/>
              <a:gd name="connsiteY2" fmla="*/ 1130738 h 1557458"/>
              <a:gd name="connsiteX3" fmla="*/ 700533 w 1176021"/>
              <a:gd name="connsiteY3" fmla="*/ 1484306 h 1557458"/>
              <a:gd name="connsiteX4" fmla="*/ 1176021 w 1176021"/>
              <a:gd name="connsiteY4" fmla="*/ 1557458 h 155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021" h="1557458">
                <a:moveTo>
                  <a:pt x="0" y="0"/>
                </a:moveTo>
                <a:cubicBezTo>
                  <a:pt x="141224" y="17272"/>
                  <a:pt x="642706" y="52266"/>
                  <a:pt x="761493" y="240722"/>
                </a:cubicBezTo>
                <a:cubicBezTo>
                  <a:pt x="880281" y="429178"/>
                  <a:pt x="722885" y="923474"/>
                  <a:pt x="712725" y="1130738"/>
                </a:cubicBezTo>
                <a:cubicBezTo>
                  <a:pt x="702565" y="1338002"/>
                  <a:pt x="623317" y="1413186"/>
                  <a:pt x="700533" y="1484306"/>
                </a:cubicBezTo>
                <a:cubicBezTo>
                  <a:pt x="777749" y="1555426"/>
                  <a:pt x="976885" y="1556442"/>
                  <a:pt x="1176021" y="1557458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4A80BA8-9523-C7D7-8711-A45DB85DDD25}"/>
              </a:ext>
            </a:extLst>
          </p:cNvPr>
          <p:cNvCxnSpPr>
            <a:cxnSpLocks/>
          </p:cNvCxnSpPr>
          <p:nvPr/>
        </p:nvCxnSpPr>
        <p:spPr>
          <a:xfrm>
            <a:off x="6316312" y="3445350"/>
            <a:ext cx="0" cy="761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855C9F5-9553-26EF-AEA4-C385EB562DED}"/>
              </a:ext>
            </a:extLst>
          </p:cNvPr>
          <p:cNvSpPr/>
          <p:nvPr/>
        </p:nvSpPr>
        <p:spPr>
          <a:xfrm>
            <a:off x="4112404" y="3580233"/>
            <a:ext cx="1036587" cy="1273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C6AE3AE-2856-6C1C-B7D7-8564935C7CB3}"/>
              </a:ext>
            </a:extLst>
          </p:cNvPr>
          <p:cNvCxnSpPr>
            <a:cxnSpLocks/>
          </p:cNvCxnSpPr>
          <p:nvPr/>
        </p:nvCxnSpPr>
        <p:spPr>
          <a:xfrm>
            <a:off x="6462548" y="3652787"/>
            <a:ext cx="0" cy="56497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48C1B04-FB77-863B-1ADD-E3A97DDFC0EA}"/>
              </a:ext>
            </a:extLst>
          </p:cNvPr>
          <p:cNvSpPr/>
          <p:nvPr/>
        </p:nvSpPr>
        <p:spPr>
          <a:xfrm>
            <a:off x="6660809" y="1702202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AD268E3-2356-D076-CCEF-EFDC357BDDAA}"/>
              </a:ext>
            </a:extLst>
          </p:cNvPr>
          <p:cNvSpPr txBox="1"/>
          <p:nvPr/>
        </p:nvSpPr>
        <p:spPr>
          <a:xfrm>
            <a:off x="6585418" y="1981991"/>
            <a:ext cx="857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Motor</a:t>
            </a:r>
          </a:p>
          <a:p>
            <a:pPr algn="ctr"/>
            <a:r>
              <a:rPr lang="en-US" sz="1200" dirty="0"/>
              <a:t>Controller</a:t>
            </a:r>
          </a:p>
          <a:p>
            <a:pPr algn="ctr"/>
            <a:r>
              <a:rPr lang="en-US" sz="1200" dirty="0" err="1"/>
              <a:t>Pololu</a:t>
            </a:r>
            <a:endParaRPr lang="en-US" sz="1200" dirty="0"/>
          </a:p>
          <a:p>
            <a:pPr algn="ctr"/>
            <a:r>
              <a:rPr lang="en-US" sz="1200" dirty="0"/>
              <a:t>18V7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FA46A18-1521-6D48-7E9C-CA2C508A36B8}"/>
              </a:ext>
            </a:extLst>
          </p:cNvPr>
          <p:cNvCxnSpPr>
            <a:cxnSpLocks/>
          </p:cNvCxnSpPr>
          <p:nvPr/>
        </p:nvCxnSpPr>
        <p:spPr>
          <a:xfrm flipV="1">
            <a:off x="7388849" y="1991126"/>
            <a:ext cx="2364751" cy="2603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344FD85-5916-605A-4561-276D14403A5B}"/>
              </a:ext>
            </a:extLst>
          </p:cNvPr>
          <p:cNvCxnSpPr>
            <a:cxnSpLocks/>
          </p:cNvCxnSpPr>
          <p:nvPr/>
        </p:nvCxnSpPr>
        <p:spPr>
          <a:xfrm>
            <a:off x="7388849" y="2317847"/>
            <a:ext cx="220308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6276D92-BFA7-6358-32CD-049613021316}"/>
              </a:ext>
            </a:extLst>
          </p:cNvPr>
          <p:cNvSpPr txBox="1"/>
          <p:nvPr/>
        </p:nvSpPr>
        <p:spPr>
          <a:xfrm>
            <a:off x="8136145" y="1751458"/>
            <a:ext cx="4956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Left</a:t>
            </a:r>
          </a:p>
          <a:p>
            <a:endParaRPr lang="en-US" sz="1100" dirty="0"/>
          </a:p>
          <a:p>
            <a:r>
              <a:rPr lang="en-US" sz="1100" dirty="0"/>
              <a:t>Right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A6AE9CB-6232-C8B1-E066-0635DDAC1603}"/>
              </a:ext>
            </a:extLst>
          </p:cNvPr>
          <p:cNvSpPr/>
          <p:nvPr/>
        </p:nvSpPr>
        <p:spPr>
          <a:xfrm rot="16200000">
            <a:off x="7404579" y="2122330"/>
            <a:ext cx="668524" cy="1564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EEAA782-43F8-5937-0604-FBFB25D41896}"/>
              </a:ext>
            </a:extLst>
          </p:cNvPr>
          <p:cNvSpPr txBox="1"/>
          <p:nvPr/>
        </p:nvSpPr>
        <p:spPr>
          <a:xfrm>
            <a:off x="3555223" y="4984814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AA63890-AC90-0B7C-B7C3-DF2D7E4F2005}"/>
              </a:ext>
            </a:extLst>
          </p:cNvPr>
          <p:cNvSpPr txBox="1"/>
          <p:nvPr/>
        </p:nvSpPr>
        <p:spPr>
          <a:xfrm>
            <a:off x="6054991" y="5860553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096F91D-6E6A-BCC1-6A6F-CBDAFD7A8D1C}"/>
              </a:ext>
            </a:extLst>
          </p:cNvPr>
          <p:cNvSpPr txBox="1"/>
          <p:nvPr/>
        </p:nvSpPr>
        <p:spPr>
          <a:xfrm>
            <a:off x="5768017" y="2591857"/>
            <a:ext cx="7161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Buffer/</a:t>
            </a:r>
          </a:p>
          <a:p>
            <a:pPr algn="ctr"/>
            <a:r>
              <a:rPr lang="en-US" sz="1400" dirty="0"/>
              <a:t>Scaler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21338B0-919C-01CD-3DAC-761AC2D26099}"/>
              </a:ext>
            </a:extLst>
          </p:cNvPr>
          <p:cNvSpPr/>
          <p:nvPr/>
        </p:nvSpPr>
        <p:spPr>
          <a:xfrm>
            <a:off x="5346027" y="3609404"/>
            <a:ext cx="1520939" cy="1273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F69790-1374-6845-0C3D-560A4D5A53DC}"/>
              </a:ext>
            </a:extLst>
          </p:cNvPr>
          <p:cNvSpPr txBox="1"/>
          <p:nvPr/>
        </p:nvSpPr>
        <p:spPr>
          <a:xfrm>
            <a:off x="6408141" y="3978577"/>
            <a:ext cx="598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+5Vdc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3D28D9E-087D-9A75-181A-E9337067E786}"/>
              </a:ext>
            </a:extLst>
          </p:cNvPr>
          <p:cNvCxnSpPr>
            <a:cxnSpLocks/>
          </p:cNvCxnSpPr>
          <p:nvPr/>
        </p:nvCxnSpPr>
        <p:spPr>
          <a:xfrm>
            <a:off x="3011151" y="706358"/>
            <a:ext cx="3620516" cy="1423400"/>
          </a:xfrm>
          <a:prstGeom prst="bentConnector3">
            <a:avLst>
              <a:gd name="adj1" fmla="val 8975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A64EABF-3545-9E4E-7FF2-9D508B778F63}"/>
              </a:ext>
            </a:extLst>
          </p:cNvPr>
          <p:cNvCxnSpPr>
            <a:cxnSpLocks/>
          </p:cNvCxnSpPr>
          <p:nvPr/>
        </p:nvCxnSpPr>
        <p:spPr>
          <a:xfrm>
            <a:off x="2991957" y="899575"/>
            <a:ext cx="3639710" cy="1456304"/>
          </a:xfrm>
          <a:prstGeom prst="bentConnector3">
            <a:avLst>
              <a:gd name="adj1" fmla="val 86046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Water, level, sensor, technology, system, sensors, detection icon ...">
            <a:extLst>
              <a:ext uri="{FF2B5EF4-FFF2-40B4-BE49-F238E27FC236}">
                <a16:creationId xmlns:a16="http://schemas.microsoft.com/office/drawing/2014/main" id="{2B1CE0B3-B171-E8E4-B2DC-A6B05C20AA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64" b="48976"/>
          <a:stretch/>
        </p:blipFill>
        <p:spPr bwMode="auto">
          <a:xfrm>
            <a:off x="9591933" y="4056018"/>
            <a:ext cx="772248" cy="718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aptop icon vector. computer illustration sign. PC symbol or logo ...">
            <a:extLst>
              <a:ext uri="{FF2B5EF4-FFF2-40B4-BE49-F238E27FC236}">
                <a16:creationId xmlns:a16="http://schemas.microsoft.com/office/drawing/2014/main" id="{CB59ECC0-6306-49C7-12C7-4C9EC3D81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84" y="4710717"/>
            <a:ext cx="1961794" cy="206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0A9A44A8-B9D2-2024-B236-C5E2DDF75373}"/>
              </a:ext>
            </a:extLst>
          </p:cNvPr>
          <p:cNvSpPr/>
          <p:nvPr/>
        </p:nvSpPr>
        <p:spPr>
          <a:xfrm>
            <a:off x="7738841" y="4153590"/>
            <a:ext cx="1034061" cy="543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USB Hub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2A6C48-EF80-9084-5580-3AE18FC41DAC}"/>
              </a:ext>
            </a:extLst>
          </p:cNvPr>
          <p:cNvSpPr txBox="1"/>
          <p:nvPr/>
        </p:nvSpPr>
        <p:spPr>
          <a:xfrm>
            <a:off x="9543725" y="4761692"/>
            <a:ext cx="7838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Laser </a:t>
            </a:r>
            <a:endParaRPr lang="en-US" sz="1200" dirty="0"/>
          </a:p>
          <a:p>
            <a:r>
              <a:rPr lang="en-US" sz="1200" dirty="0" err="1"/>
              <a:t>Keyance</a:t>
            </a:r>
            <a:endParaRPr lang="en-US" sz="1200" dirty="0"/>
          </a:p>
          <a:p>
            <a:r>
              <a:rPr lang="en-US" sz="1200" dirty="0"/>
              <a:t>LG-K</a:t>
            </a:r>
            <a:endParaRPr lang="en-US" dirty="0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B1E0BFD-585A-7BCD-DE11-1122220428C3}"/>
              </a:ext>
            </a:extLst>
          </p:cNvPr>
          <p:cNvCxnSpPr>
            <a:cxnSpLocks/>
            <a:endCxn id="43" idx="0"/>
          </p:cNvCxnSpPr>
          <p:nvPr/>
        </p:nvCxnSpPr>
        <p:spPr>
          <a:xfrm rot="16200000" flipH="1">
            <a:off x="7092875" y="2990593"/>
            <a:ext cx="1224900" cy="110109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F1E091-B4F8-80F0-58DB-129270B2FF75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6945528" y="4425557"/>
            <a:ext cx="793313" cy="193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6B59142-5E8B-F6FD-D17A-54384E84A274}"/>
              </a:ext>
            </a:extLst>
          </p:cNvPr>
          <p:cNvCxnSpPr>
            <a:stCxn id="43" idx="3"/>
          </p:cNvCxnSpPr>
          <p:nvPr/>
        </p:nvCxnSpPr>
        <p:spPr>
          <a:xfrm flipV="1">
            <a:off x="8772902" y="4393955"/>
            <a:ext cx="980698" cy="316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DE7821A-5714-F9D4-CC54-E23E31AC93E4}"/>
              </a:ext>
            </a:extLst>
          </p:cNvPr>
          <p:cNvCxnSpPr>
            <a:cxnSpLocks/>
          </p:cNvCxnSpPr>
          <p:nvPr/>
        </p:nvCxnSpPr>
        <p:spPr>
          <a:xfrm flipV="1">
            <a:off x="8268730" y="4742259"/>
            <a:ext cx="1" cy="388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528B830-FFE9-6BAE-F4CD-B9B0F11F3DB0}"/>
              </a:ext>
            </a:extLst>
          </p:cNvPr>
          <p:cNvSpPr/>
          <p:nvPr/>
        </p:nvSpPr>
        <p:spPr>
          <a:xfrm rot="16200000">
            <a:off x="2870874" y="832749"/>
            <a:ext cx="591410" cy="1114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8063F9-EAAE-4227-DF68-DF62595CE27A}"/>
              </a:ext>
            </a:extLst>
          </p:cNvPr>
          <p:cNvSpPr txBox="1"/>
          <p:nvPr/>
        </p:nvSpPr>
        <p:spPr>
          <a:xfrm>
            <a:off x="2103724" y="522334"/>
            <a:ext cx="9195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SMPS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24Vdc</a:t>
            </a:r>
          </a:p>
          <a:p>
            <a:pPr algn="ctr"/>
            <a:r>
              <a:rPr lang="en-US" sz="1200" dirty="0"/>
              <a:t>Instrument</a:t>
            </a:r>
          </a:p>
          <a:p>
            <a:pPr algn="ctr"/>
            <a:r>
              <a:rPr lang="en-US" sz="1200" dirty="0"/>
              <a:t>Power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7EA0628B-F5A1-5D42-F628-81FF54E40E4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3762" t="27733" r="29427" b="58785"/>
          <a:stretch/>
        </p:blipFill>
        <p:spPr>
          <a:xfrm>
            <a:off x="5070005" y="1749093"/>
            <a:ext cx="551038" cy="6980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11CB0C9-C2C2-704B-7C81-B2D9684C1C30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936721" y="1396757"/>
            <a:ext cx="5543" cy="3547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13ACC63-9D08-8206-C99C-B03720600F4B}"/>
              </a:ext>
            </a:extLst>
          </p:cNvPr>
          <p:cNvCxnSpPr>
            <a:cxnSpLocks/>
          </p:cNvCxnSpPr>
          <p:nvPr/>
        </p:nvCxnSpPr>
        <p:spPr>
          <a:xfrm>
            <a:off x="5327797" y="1418058"/>
            <a:ext cx="18230" cy="3451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1EA45F2-036B-2D04-71A1-6561BB096D3A}"/>
              </a:ext>
            </a:extLst>
          </p:cNvPr>
          <p:cNvSpPr txBox="1"/>
          <p:nvPr/>
        </p:nvSpPr>
        <p:spPr>
          <a:xfrm>
            <a:off x="9543725" y="2460561"/>
            <a:ext cx="10254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Pump </a:t>
            </a:r>
            <a:endParaRPr lang="en-US" sz="1200" dirty="0"/>
          </a:p>
          <a:p>
            <a:pPr algn="ctr"/>
            <a:r>
              <a:rPr lang="en-US" sz="1200" dirty="0"/>
              <a:t>4A DC Motor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3A9FA3-3B8B-8D28-674F-81E25AEA698D}"/>
              </a:ext>
            </a:extLst>
          </p:cNvPr>
          <p:cNvSpPr txBox="1"/>
          <p:nvPr/>
        </p:nvSpPr>
        <p:spPr>
          <a:xfrm>
            <a:off x="7797599" y="5223357"/>
            <a:ext cx="11002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LV Win11</a:t>
            </a:r>
          </a:p>
          <a:p>
            <a:r>
              <a:rPr lang="en-US" sz="1200" dirty="0"/>
              <a:t>Workstation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78B821-4B91-4806-DE55-DA5166B00CF8}"/>
              </a:ext>
            </a:extLst>
          </p:cNvPr>
          <p:cNvSpPr txBox="1"/>
          <p:nvPr/>
        </p:nvSpPr>
        <p:spPr>
          <a:xfrm>
            <a:off x="6377417" y="682611"/>
            <a:ext cx="1554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Interface PCB</a:t>
            </a:r>
          </a:p>
          <a:p>
            <a:pPr algn="ctr"/>
            <a:r>
              <a:rPr lang="en-US" sz="1200" dirty="0"/>
              <a:t>Custom Unit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F76A42B1-70BE-163A-CC47-FF13BA1596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7618" y="3057358"/>
            <a:ext cx="394649" cy="384055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8376220-2FA6-1E23-BC16-D258DDC1ED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219" y="2836393"/>
            <a:ext cx="394649" cy="38405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F0CCA435-C09C-FDF2-7752-95C628AE640D}"/>
              </a:ext>
            </a:extLst>
          </p:cNvPr>
          <p:cNvSpPr txBox="1"/>
          <p:nvPr/>
        </p:nvSpPr>
        <p:spPr>
          <a:xfrm>
            <a:off x="4368229" y="2146062"/>
            <a:ext cx="82503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14ma </a:t>
            </a:r>
          </a:p>
          <a:p>
            <a:pPr algn="ctr"/>
            <a:r>
              <a:rPr lang="en-US" sz="1400" dirty="0"/>
              <a:t>I-source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95" name="Speech Bubble: Rectangle 94">
            <a:extLst>
              <a:ext uri="{FF2B5EF4-FFF2-40B4-BE49-F238E27FC236}">
                <a16:creationId xmlns:a16="http://schemas.microsoft.com/office/drawing/2014/main" id="{B4A09E4F-3FAC-1231-074D-F9FC8F5010E9}"/>
              </a:ext>
            </a:extLst>
          </p:cNvPr>
          <p:cNvSpPr/>
          <p:nvPr/>
        </p:nvSpPr>
        <p:spPr>
          <a:xfrm>
            <a:off x="8091868" y="1184155"/>
            <a:ext cx="1013182" cy="310155"/>
          </a:xfrm>
          <a:prstGeom prst="wedgeRectCallout">
            <a:avLst>
              <a:gd name="adj1" fmla="val -75163"/>
              <a:gd name="adj2" fmla="val 1690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Connector</a:t>
            </a:r>
          </a:p>
        </p:txBody>
      </p:sp>
    </p:spTree>
    <p:extLst>
      <p:ext uri="{BB962C8B-B14F-4D97-AF65-F5344CB8AC3E}">
        <p14:creationId xmlns:p14="http://schemas.microsoft.com/office/powerpoint/2010/main" val="269217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D5726A-8A2D-D14D-AFC1-00263FACF5EF}"/>
              </a:ext>
            </a:extLst>
          </p:cNvPr>
          <p:cNvCxnSpPr>
            <a:cxnSpLocks/>
          </p:cNvCxnSpPr>
          <p:nvPr/>
        </p:nvCxnSpPr>
        <p:spPr>
          <a:xfrm flipH="1">
            <a:off x="1207008" y="3513994"/>
            <a:ext cx="7240695" cy="419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DEB908E-0501-6674-13C9-8DEA14BD4B49}"/>
              </a:ext>
            </a:extLst>
          </p:cNvPr>
          <p:cNvSpPr/>
          <p:nvPr/>
        </p:nvSpPr>
        <p:spPr>
          <a:xfrm>
            <a:off x="728820" y="877824"/>
            <a:ext cx="10256171" cy="309868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A6DB6-3913-9F75-DA3A-626EF683B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762" t="27733" r="29427" b="58785"/>
          <a:stretch/>
        </p:blipFill>
        <p:spPr>
          <a:xfrm>
            <a:off x="3583826" y="1372562"/>
            <a:ext cx="1209860" cy="1532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59726E-430D-4BD4-36AB-04AD3CFFD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26" t="27733" r="28573" b="56622"/>
          <a:stretch/>
        </p:blipFill>
        <p:spPr>
          <a:xfrm>
            <a:off x="1000898" y="1407346"/>
            <a:ext cx="2486014" cy="16817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B5D206-9D2A-BC6D-5B29-E22F6061043B}"/>
              </a:ext>
            </a:extLst>
          </p:cNvPr>
          <p:cNvSpPr/>
          <p:nvPr/>
        </p:nvSpPr>
        <p:spPr>
          <a:xfrm>
            <a:off x="3275782" y="4669536"/>
            <a:ext cx="402336" cy="1280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388449-5A2B-FBAE-EECA-AAC2CD94F190}"/>
              </a:ext>
            </a:extLst>
          </p:cNvPr>
          <p:cNvCxnSpPr>
            <a:cxnSpLocks/>
          </p:cNvCxnSpPr>
          <p:nvPr/>
        </p:nvCxnSpPr>
        <p:spPr>
          <a:xfrm flipH="1">
            <a:off x="728820" y="1517530"/>
            <a:ext cx="40882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13D47E8-4788-3ED2-282C-23885D55982C}"/>
              </a:ext>
            </a:extLst>
          </p:cNvPr>
          <p:cNvSpPr/>
          <p:nvPr/>
        </p:nvSpPr>
        <p:spPr>
          <a:xfrm>
            <a:off x="3240418" y="3559575"/>
            <a:ext cx="137626" cy="1133856"/>
          </a:xfrm>
          <a:custGeom>
            <a:avLst/>
            <a:gdLst>
              <a:gd name="connsiteX0" fmla="*/ 137626 w 137626"/>
              <a:gd name="connsiteY0" fmla="*/ 1133856 h 1133856"/>
              <a:gd name="connsiteX1" fmla="*/ 3514 w 137626"/>
              <a:gd name="connsiteY1" fmla="*/ 707136 h 1133856"/>
              <a:gd name="connsiteX2" fmla="*/ 52282 w 137626"/>
              <a:gd name="connsiteY2" fmla="*/ 0 h 113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626" h="1133856">
                <a:moveTo>
                  <a:pt x="137626" y="1133856"/>
                </a:moveTo>
                <a:cubicBezTo>
                  <a:pt x="77682" y="1014984"/>
                  <a:pt x="17738" y="896112"/>
                  <a:pt x="3514" y="707136"/>
                </a:cubicBezTo>
                <a:cubicBezTo>
                  <a:pt x="-10710" y="518160"/>
                  <a:pt x="20786" y="259080"/>
                  <a:pt x="5228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CA86C2-FA60-9421-FCC7-141736052C7B}"/>
              </a:ext>
            </a:extLst>
          </p:cNvPr>
          <p:cNvCxnSpPr>
            <a:cxnSpLocks/>
          </p:cNvCxnSpPr>
          <p:nvPr/>
        </p:nvCxnSpPr>
        <p:spPr>
          <a:xfrm>
            <a:off x="4965239" y="3548784"/>
            <a:ext cx="0" cy="2218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DA5DB6-FC91-46C2-3C91-D75E1E8D2F46}"/>
              </a:ext>
            </a:extLst>
          </p:cNvPr>
          <p:cNvSpPr/>
          <p:nvPr/>
        </p:nvSpPr>
        <p:spPr>
          <a:xfrm>
            <a:off x="3677678" y="3548784"/>
            <a:ext cx="450226" cy="1097280"/>
          </a:xfrm>
          <a:custGeom>
            <a:avLst/>
            <a:gdLst>
              <a:gd name="connsiteX0" fmla="*/ 0 w 1214299"/>
              <a:gd name="connsiteY0" fmla="*/ 704787 h 704787"/>
              <a:gd name="connsiteX1" fmla="*/ 158496 w 1214299"/>
              <a:gd name="connsiteY1" fmla="*/ 448755 h 704787"/>
              <a:gd name="connsiteX2" fmla="*/ 853440 w 1214299"/>
              <a:gd name="connsiteY2" fmla="*/ 485331 h 704787"/>
              <a:gd name="connsiteX3" fmla="*/ 1182624 w 1214299"/>
              <a:gd name="connsiteY3" fmla="*/ 46419 h 704787"/>
              <a:gd name="connsiteX4" fmla="*/ 1182624 w 1214299"/>
              <a:gd name="connsiteY4" fmla="*/ 34227 h 70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4299" h="704787">
                <a:moveTo>
                  <a:pt x="0" y="704787"/>
                </a:moveTo>
                <a:cubicBezTo>
                  <a:pt x="8128" y="595059"/>
                  <a:pt x="16256" y="485331"/>
                  <a:pt x="158496" y="448755"/>
                </a:cubicBezTo>
                <a:cubicBezTo>
                  <a:pt x="300736" y="412179"/>
                  <a:pt x="682752" y="552387"/>
                  <a:pt x="853440" y="485331"/>
                </a:cubicBezTo>
                <a:cubicBezTo>
                  <a:pt x="1024128" y="418275"/>
                  <a:pt x="1127760" y="121603"/>
                  <a:pt x="1182624" y="46419"/>
                </a:cubicBezTo>
                <a:cubicBezTo>
                  <a:pt x="1237488" y="-28765"/>
                  <a:pt x="1210056" y="2731"/>
                  <a:pt x="1182624" y="3422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FBEBDEA-1ADE-2C0A-80E5-0BC3598D15F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1289" y="2473652"/>
            <a:ext cx="1733250" cy="478188"/>
          </a:xfrm>
          <a:prstGeom prst="bentConnector3">
            <a:avLst>
              <a:gd name="adj1" fmla="val 100646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1783F2A-8BE2-C9AE-97FF-BD142A1A8E59}"/>
              </a:ext>
            </a:extLst>
          </p:cNvPr>
          <p:cNvSpPr/>
          <p:nvPr/>
        </p:nvSpPr>
        <p:spPr>
          <a:xfrm rot="16200000">
            <a:off x="390612" y="1638997"/>
            <a:ext cx="1036587" cy="85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F4C190-1DF2-005B-E8C7-BF4917822B55}"/>
              </a:ext>
            </a:extLst>
          </p:cNvPr>
          <p:cNvGrpSpPr/>
          <p:nvPr/>
        </p:nvGrpSpPr>
        <p:grpSpPr>
          <a:xfrm>
            <a:off x="5122970" y="4286028"/>
            <a:ext cx="1905204" cy="1911481"/>
            <a:chOff x="5220406" y="4247772"/>
            <a:chExt cx="1905204" cy="191148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4CF3C5-865D-DBF3-8BB0-E1D85F2023A4}"/>
                </a:ext>
              </a:extLst>
            </p:cNvPr>
            <p:cNvSpPr/>
            <p:nvPr/>
          </p:nvSpPr>
          <p:spPr>
            <a:xfrm>
              <a:off x="5220406" y="4247772"/>
              <a:ext cx="1905204" cy="191148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lowchart: Extract 16">
              <a:extLst>
                <a:ext uri="{FF2B5EF4-FFF2-40B4-BE49-F238E27FC236}">
                  <a16:creationId xmlns:a16="http://schemas.microsoft.com/office/drawing/2014/main" id="{5DD97227-CA46-5BEF-E8AB-97A42AE12C2F}"/>
                </a:ext>
              </a:extLst>
            </p:cNvPr>
            <p:cNvSpPr/>
            <p:nvPr/>
          </p:nvSpPr>
          <p:spPr>
            <a:xfrm rot="5400000">
              <a:off x="5245976" y="4498879"/>
              <a:ext cx="694944" cy="504125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-</a:t>
              </a:r>
            </a:p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18" name="Flowchart: Extract 17">
              <a:extLst>
                <a:ext uri="{FF2B5EF4-FFF2-40B4-BE49-F238E27FC236}">
                  <a16:creationId xmlns:a16="http://schemas.microsoft.com/office/drawing/2014/main" id="{6209F85B-B45C-BBCD-6B66-80A054F9B30F}"/>
                </a:ext>
              </a:extLst>
            </p:cNvPr>
            <p:cNvSpPr/>
            <p:nvPr/>
          </p:nvSpPr>
          <p:spPr>
            <a:xfrm rot="5400000">
              <a:off x="5255509" y="5266449"/>
              <a:ext cx="694944" cy="504125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-</a:t>
              </a:r>
            </a:p>
            <a:p>
              <a:pPr algn="ctr"/>
              <a:r>
                <a:rPr lang="en-US" dirty="0"/>
                <a:t>+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C73260-4BA6-2ED2-D36B-4771A8C82C35}"/>
                </a:ext>
              </a:extLst>
            </p:cNvPr>
            <p:cNvSpPr txBox="1"/>
            <p:nvPr/>
          </p:nvSpPr>
          <p:spPr>
            <a:xfrm>
              <a:off x="5258394" y="4595320"/>
              <a:ext cx="5116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Ain 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B50018-4759-CB6B-83D0-BBD5FE77EA01}"/>
                </a:ext>
              </a:extLst>
            </p:cNvPr>
            <p:cNvSpPr txBox="1"/>
            <p:nvPr/>
          </p:nvSpPr>
          <p:spPr>
            <a:xfrm>
              <a:off x="5309309" y="5371128"/>
              <a:ext cx="5116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Ain 1</a:t>
              </a:r>
            </a:p>
          </p:txBody>
        </p:sp>
        <p:sp>
          <p:nvSpPr>
            <p:cNvPr id="21" name="Flowchart: Extract 20">
              <a:extLst>
                <a:ext uri="{FF2B5EF4-FFF2-40B4-BE49-F238E27FC236}">
                  <a16:creationId xmlns:a16="http://schemas.microsoft.com/office/drawing/2014/main" id="{EE1F649C-7935-EACF-F1B9-A8496EE02BAA}"/>
                </a:ext>
              </a:extLst>
            </p:cNvPr>
            <p:cNvSpPr/>
            <p:nvPr/>
          </p:nvSpPr>
          <p:spPr>
            <a:xfrm rot="5400000">
              <a:off x="6315309" y="4164306"/>
              <a:ext cx="449546" cy="842953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/>
                <a:t>Do-6</a:t>
              </a:r>
            </a:p>
          </p:txBody>
        </p:sp>
        <p:sp>
          <p:nvSpPr>
            <p:cNvPr id="22" name="Flowchart: Extract 21">
              <a:extLst>
                <a:ext uri="{FF2B5EF4-FFF2-40B4-BE49-F238E27FC236}">
                  <a16:creationId xmlns:a16="http://schemas.microsoft.com/office/drawing/2014/main" id="{031AFB54-44C2-D0BC-991A-498DD6D5F140}"/>
                </a:ext>
              </a:extLst>
            </p:cNvPr>
            <p:cNvSpPr/>
            <p:nvPr/>
          </p:nvSpPr>
          <p:spPr>
            <a:xfrm rot="5400000">
              <a:off x="6345300" y="4766252"/>
              <a:ext cx="449546" cy="842953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/>
                <a:t>Do-5</a:t>
              </a:r>
            </a:p>
          </p:txBody>
        </p:sp>
        <p:sp>
          <p:nvSpPr>
            <p:cNvPr id="23" name="Flowchart: Extract 22">
              <a:extLst>
                <a:ext uri="{FF2B5EF4-FFF2-40B4-BE49-F238E27FC236}">
                  <a16:creationId xmlns:a16="http://schemas.microsoft.com/office/drawing/2014/main" id="{8CC588E0-19A3-A1DF-8878-4415A395785E}"/>
                </a:ext>
              </a:extLst>
            </p:cNvPr>
            <p:cNvSpPr/>
            <p:nvPr/>
          </p:nvSpPr>
          <p:spPr>
            <a:xfrm rot="5400000">
              <a:off x="6345300" y="5307238"/>
              <a:ext cx="449546" cy="842953"/>
            </a:xfrm>
            <a:prstGeom prst="flowChartExtra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200" dirty="0"/>
                <a:t>Do-4</a:t>
              </a:r>
            </a:p>
          </p:txBody>
        </p:sp>
      </p:grp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CD70BED-B36E-34E2-67B7-89B8A60A4F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96265" y="3561026"/>
            <a:ext cx="2465758" cy="803200"/>
          </a:xfrm>
          <a:prstGeom prst="bentConnector3">
            <a:avLst>
              <a:gd name="adj1" fmla="val -142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B4616C-253C-4598-4141-11FD2A16651D}"/>
              </a:ext>
            </a:extLst>
          </p:cNvPr>
          <p:cNvCxnSpPr/>
          <p:nvPr/>
        </p:nvCxnSpPr>
        <p:spPr>
          <a:xfrm>
            <a:off x="7515159" y="2441853"/>
            <a:ext cx="8451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F5B6357-EFCA-523B-7EBE-184CA4F6D5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5053" y="3206234"/>
            <a:ext cx="2200606" cy="642474"/>
          </a:xfrm>
          <a:prstGeom prst="bentConnector3">
            <a:avLst>
              <a:gd name="adj1" fmla="val 1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A7F2D8-F55E-189D-CAC3-6656FE4F08D2}"/>
              </a:ext>
            </a:extLst>
          </p:cNvPr>
          <p:cNvCxnSpPr/>
          <p:nvPr/>
        </p:nvCxnSpPr>
        <p:spPr>
          <a:xfrm>
            <a:off x="7469795" y="2952787"/>
            <a:ext cx="8451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F36B80-B454-07E1-091C-0BED5B09F78C}"/>
              </a:ext>
            </a:extLst>
          </p:cNvPr>
          <p:cNvCxnSpPr>
            <a:cxnSpLocks/>
          </p:cNvCxnSpPr>
          <p:nvPr/>
        </p:nvCxnSpPr>
        <p:spPr>
          <a:xfrm>
            <a:off x="7630744" y="2747084"/>
            <a:ext cx="8169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36C2B88-44E1-141E-D7AF-126FF2DC789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88626" y="4095596"/>
            <a:ext cx="2502697" cy="842949"/>
          </a:xfrm>
          <a:prstGeom prst="bentConnector3">
            <a:avLst>
              <a:gd name="adj1" fmla="val -664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81FC64-00BE-8C98-8D3D-0ADB5C1D80EB}"/>
              </a:ext>
            </a:extLst>
          </p:cNvPr>
          <p:cNvCxnSpPr>
            <a:cxnSpLocks/>
          </p:cNvCxnSpPr>
          <p:nvPr/>
        </p:nvCxnSpPr>
        <p:spPr>
          <a:xfrm>
            <a:off x="7737066" y="3271644"/>
            <a:ext cx="626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81821B2-71EC-9C49-FE52-396D7EC3AD6C}"/>
              </a:ext>
            </a:extLst>
          </p:cNvPr>
          <p:cNvSpPr/>
          <p:nvPr/>
        </p:nvSpPr>
        <p:spPr>
          <a:xfrm>
            <a:off x="7454907" y="2932110"/>
            <a:ext cx="52692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BB2242-7EEA-EE2C-4BC9-B9A54E531D8A}"/>
              </a:ext>
            </a:extLst>
          </p:cNvPr>
          <p:cNvCxnSpPr/>
          <p:nvPr/>
        </p:nvCxnSpPr>
        <p:spPr>
          <a:xfrm flipH="1">
            <a:off x="4965239" y="4910575"/>
            <a:ext cx="2466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0255C9-F536-B9ED-921E-FCD488698F7D}"/>
              </a:ext>
            </a:extLst>
          </p:cNvPr>
          <p:cNvCxnSpPr>
            <a:cxnSpLocks/>
          </p:cNvCxnSpPr>
          <p:nvPr/>
        </p:nvCxnSpPr>
        <p:spPr>
          <a:xfrm flipH="1">
            <a:off x="4963533" y="5686383"/>
            <a:ext cx="289949" cy="154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E7DE854-DC4E-EDEB-2137-16699F8B0660}"/>
              </a:ext>
            </a:extLst>
          </p:cNvPr>
          <p:cNvSpPr/>
          <p:nvPr/>
        </p:nvSpPr>
        <p:spPr>
          <a:xfrm>
            <a:off x="3022838" y="4511548"/>
            <a:ext cx="1036587" cy="856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D63D829-1668-041C-1E70-06100C393382}"/>
              </a:ext>
            </a:extLst>
          </p:cNvPr>
          <p:cNvSpPr/>
          <p:nvPr/>
        </p:nvSpPr>
        <p:spPr>
          <a:xfrm>
            <a:off x="3051980" y="2816352"/>
            <a:ext cx="403839" cy="1865376"/>
          </a:xfrm>
          <a:custGeom>
            <a:avLst/>
            <a:gdLst>
              <a:gd name="connsiteX0" fmla="*/ 8212 w 403839"/>
              <a:gd name="connsiteY0" fmla="*/ 0 h 1865376"/>
              <a:gd name="connsiteX1" fmla="*/ 8212 w 403839"/>
              <a:gd name="connsiteY1" fmla="*/ 60960 h 1865376"/>
              <a:gd name="connsiteX2" fmla="*/ 93556 w 403839"/>
              <a:gd name="connsiteY2" fmla="*/ 316992 h 1865376"/>
              <a:gd name="connsiteX3" fmla="*/ 386164 w 403839"/>
              <a:gd name="connsiteY3" fmla="*/ 609600 h 1865376"/>
              <a:gd name="connsiteX4" fmla="*/ 373972 w 403839"/>
              <a:gd name="connsiteY4" fmla="*/ 1255776 h 1865376"/>
              <a:gd name="connsiteX5" fmla="*/ 398356 w 403839"/>
              <a:gd name="connsiteY5" fmla="*/ 1865376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39" h="1865376">
                <a:moveTo>
                  <a:pt x="8212" y="0"/>
                </a:moveTo>
                <a:cubicBezTo>
                  <a:pt x="1100" y="4064"/>
                  <a:pt x="-6012" y="8128"/>
                  <a:pt x="8212" y="60960"/>
                </a:cubicBezTo>
                <a:cubicBezTo>
                  <a:pt x="22436" y="113792"/>
                  <a:pt x="30564" y="225552"/>
                  <a:pt x="93556" y="316992"/>
                </a:cubicBezTo>
                <a:cubicBezTo>
                  <a:pt x="156548" y="408432"/>
                  <a:pt x="339428" y="453136"/>
                  <a:pt x="386164" y="609600"/>
                </a:cubicBezTo>
                <a:cubicBezTo>
                  <a:pt x="432900" y="766064"/>
                  <a:pt x="371940" y="1046480"/>
                  <a:pt x="373972" y="1255776"/>
                </a:cubicBezTo>
                <a:cubicBezTo>
                  <a:pt x="376004" y="1465072"/>
                  <a:pt x="387180" y="1665224"/>
                  <a:pt x="398356" y="1865376"/>
                </a:cubicBez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27CD379-BC30-59A9-8734-54973F210354}"/>
              </a:ext>
            </a:extLst>
          </p:cNvPr>
          <p:cNvSpPr/>
          <p:nvPr/>
        </p:nvSpPr>
        <p:spPr>
          <a:xfrm>
            <a:off x="3425952" y="3322279"/>
            <a:ext cx="1910722" cy="2128120"/>
          </a:xfrm>
          <a:custGeom>
            <a:avLst/>
            <a:gdLst>
              <a:gd name="connsiteX0" fmla="*/ 0 w 1910722"/>
              <a:gd name="connsiteY0" fmla="*/ 18329 h 2128120"/>
              <a:gd name="connsiteX1" fmla="*/ 646176 w 1910722"/>
              <a:gd name="connsiteY1" fmla="*/ 6137 h 2128120"/>
              <a:gd name="connsiteX2" fmla="*/ 1182624 w 1910722"/>
              <a:gd name="connsiteY2" fmla="*/ 103673 h 2128120"/>
              <a:gd name="connsiteX3" fmla="*/ 1060704 w 1910722"/>
              <a:gd name="connsiteY3" fmla="*/ 664505 h 2128120"/>
              <a:gd name="connsiteX4" fmla="*/ 1011936 w 1910722"/>
              <a:gd name="connsiteY4" fmla="*/ 1615481 h 2128120"/>
              <a:gd name="connsiteX5" fmla="*/ 1133856 w 1910722"/>
              <a:gd name="connsiteY5" fmla="*/ 2103161 h 2128120"/>
              <a:gd name="connsiteX6" fmla="*/ 1853184 w 1910722"/>
              <a:gd name="connsiteY6" fmla="*/ 2054393 h 2128120"/>
              <a:gd name="connsiteX7" fmla="*/ 1865376 w 1910722"/>
              <a:gd name="connsiteY7" fmla="*/ 2030009 h 2128120"/>
              <a:gd name="connsiteX8" fmla="*/ 1865376 w 1910722"/>
              <a:gd name="connsiteY8" fmla="*/ 2030009 h 2128120"/>
              <a:gd name="connsiteX9" fmla="*/ 1804416 w 1910722"/>
              <a:gd name="connsiteY9" fmla="*/ 2005625 h 212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10722" h="2128120">
                <a:moveTo>
                  <a:pt x="0" y="18329"/>
                </a:moveTo>
                <a:cubicBezTo>
                  <a:pt x="224536" y="5121"/>
                  <a:pt x="449072" y="-8087"/>
                  <a:pt x="646176" y="6137"/>
                </a:cubicBezTo>
                <a:cubicBezTo>
                  <a:pt x="843280" y="20361"/>
                  <a:pt x="1113536" y="-6055"/>
                  <a:pt x="1182624" y="103673"/>
                </a:cubicBezTo>
                <a:cubicBezTo>
                  <a:pt x="1251712" y="213401"/>
                  <a:pt x="1089152" y="412537"/>
                  <a:pt x="1060704" y="664505"/>
                </a:cubicBezTo>
                <a:cubicBezTo>
                  <a:pt x="1032256" y="916473"/>
                  <a:pt x="999744" y="1375705"/>
                  <a:pt x="1011936" y="1615481"/>
                </a:cubicBezTo>
                <a:cubicBezTo>
                  <a:pt x="1024128" y="1855257"/>
                  <a:pt x="993648" y="2030009"/>
                  <a:pt x="1133856" y="2103161"/>
                </a:cubicBezTo>
                <a:cubicBezTo>
                  <a:pt x="1274064" y="2176313"/>
                  <a:pt x="1731264" y="2066585"/>
                  <a:pt x="1853184" y="2054393"/>
                </a:cubicBezTo>
                <a:cubicBezTo>
                  <a:pt x="1975104" y="2042201"/>
                  <a:pt x="1865376" y="2030009"/>
                  <a:pt x="1865376" y="2030009"/>
                </a:cubicBezTo>
                <a:lnTo>
                  <a:pt x="1865376" y="2030009"/>
                </a:lnTo>
                <a:lnTo>
                  <a:pt x="1804416" y="2005625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4C16548-C1BF-F0DB-4A81-5F3ADADBD7EF}"/>
              </a:ext>
            </a:extLst>
          </p:cNvPr>
          <p:cNvSpPr/>
          <p:nvPr/>
        </p:nvSpPr>
        <p:spPr>
          <a:xfrm>
            <a:off x="3595730" y="2889504"/>
            <a:ext cx="903439" cy="1755648"/>
          </a:xfrm>
          <a:custGeom>
            <a:avLst/>
            <a:gdLst>
              <a:gd name="connsiteX0" fmla="*/ 890926 w 903439"/>
              <a:gd name="connsiteY0" fmla="*/ 0 h 1755648"/>
              <a:gd name="connsiteX1" fmla="*/ 829966 w 903439"/>
              <a:gd name="connsiteY1" fmla="*/ 292608 h 1755648"/>
              <a:gd name="connsiteX2" fmla="*/ 330094 w 903439"/>
              <a:gd name="connsiteY2" fmla="*/ 548640 h 1755648"/>
              <a:gd name="connsiteX3" fmla="*/ 37486 w 903439"/>
              <a:gd name="connsiteY3" fmla="*/ 1243584 h 1755648"/>
              <a:gd name="connsiteX4" fmla="*/ 13102 w 903439"/>
              <a:gd name="connsiteY4" fmla="*/ 1755648 h 1755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3439" h="1755648">
                <a:moveTo>
                  <a:pt x="890926" y="0"/>
                </a:moveTo>
                <a:cubicBezTo>
                  <a:pt x="907182" y="100584"/>
                  <a:pt x="923438" y="201168"/>
                  <a:pt x="829966" y="292608"/>
                </a:cubicBezTo>
                <a:cubicBezTo>
                  <a:pt x="736494" y="384048"/>
                  <a:pt x="462174" y="390144"/>
                  <a:pt x="330094" y="548640"/>
                </a:cubicBezTo>
                <a:cubicBezTo>
                  <a:pt x="198014" y="707136"/>
                  <a:pt x="90318" y="1042416"/>
                  <a:pt x="37486" y="1243584"/>
                </a:cubicBezTo>
                <a:cubicBezTo>
                  <a:pt x="-15346" y="1444752"/>
                  <a:pt x="-1122" y="1600200"/>
                  <a:pt x="13102" y="1755648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063A81A-7B6F-A9D0-559D-A57486963410}"/>
              </a:ext>
            </a:extLst>
          </p:cNvPr>
          <p:cNvSpPr/>
          <p:nvPr/>
        </p:nvSpPr>
        <p:spPr>
          <a:xfrm>
            <a:off x="4523232" y="3096768"/>
            <a:ext cx="743712" cy="1536192"/>
          </a:xfrm>
          <a:custGeom>
            <a:avLst/>
            <a:gdLst>
              <a:gd name="connsiteX0" fmla="*/ 0 w 743712"/>
              <a:gd name="connsiteY0" fmla="*/ 0 h 1536192"/>
              <a:gd name="connsiteX1" fmla="*/ 329184 w 743712"/>
              <a:gd name="connsiteY1" fmla="*/ 219456 h 1536192"/>
              <a:gd name="connsiteX2" fmla="*/ 280416 w 743712"/>
              <a:gd name="connsiteY2" fmla="*/ 1109472 h 1536192"/>
              <a:gd name="connsiteX3" fmla="*/ 268224 w 743712"/>
              <a:gd name="connsiteY3" fmla="*/ 1463040 h 1536192"/>
              <a:gd name="connsiteX4" fmla="*/ 743712 w 743712"/>
              <a:gd name="connsiteY4" fmla="*/ 1536192 h 1536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3712" h="1536192">
                <a:moveTo>
                  <a:pt x="0" y="0"/>
                </a:moveTo>
                <a:cubicBezTo>
                  <a:pt x="141224" y="17272"/>
                  <a:pt x="282448" y="34544"/>
                  <a:pt x="329184" y="219456"/>
                </a:cubicBezTo>
                <a:cubicBezTo>
                  <a:pt x="375920" y="404368"/>
                  <a:pt x="290576" y="902208"/>
                  <a:pt x="280416" y="1109472"/>
                </a:cubicBezTo>
                <a:cubicBezTo>
                  <a:pt x="270256" y="1316736"/>
                  <a:pt x="191008" y="1391920"/>
                  <a:pt x="268224" y="1463040"/>
                </a:cubicBezTo>
                <a:cubicBezTo>
                  <a:pt x="345440" y="1534160"/>
                  <a:pt x="544576" y="1535176"/>
                  <a:pt x="743712" y="1536192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5DA9186-CAC0-39AD-1082-FB165135B718}"/>
              </a:ext>
            </a:extLst>
          </p:cNvPr>
          <p:cNvCxnSpPr>
            <a:cxnSpLocks/>
          </p:cNvCxnSpPr>
          <p:nvPr/>
        </p:nvCxnSpPr>
        <p:spPr>
          <a:xfrm>
            <a:off x="5369828" y="3541603"/>
            <a:ext cx="0" cy="7616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279A6CA-F8AC-8764-BB4F-0DD3D21852DC}"/>
              </a:ext>
            </a:extLst>
          </p:cNvPr>
          <p:cNvSpPr/>
          <p:nvPr/>
        </p:nvSpPr>
        <p:spPr>
          <a:xfrm>
            <a:off x="3165920" y="3676486"/>
            <a:ext cx="1036587" cy="127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847324-2EDD-DE44-8D18-37B4BB747521}"/>
              </a:ext>
            </a:extLst>
          </p:cNvPr>
          <p:cNvSpPr/>
          <p:nvPr/>
        </p:nvSpPr>
        <p:spPr>
          <a:xfrm>
            <a:off x="7296482" y="3700389"/>
            <a:ext cx="668524" cy="1564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0ADD092-2E93-D83B-FCA5-E857A5C06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913" t="23639" r="8154" b="36017"/>
          <a:stretch/>
        </p:blipFill>
        <p:spPr>
          <a:xfrm>
            <a:off x="8384692" y="2441853"/>
            <a:ext cx="830344" cy="50893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6B7B96D-F792-1B71-7633-3C902F5E1B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913" t="23639" r="8154" b="36017"/>
          <a:stretch/>
        </p:blipFill>
        <p:spPr>
          <a:xfrm>
            <a:off x="8384692" y="2932731"/>
            <a:ext cx="830344" cy="508932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23CDE48-1E45-5BA0-E579-B349F2B7B33D}"/>
              </a:ext>
            </a:extLst>
          </p:cNvPr>
          <p:cNvCxnSpPr>
            <a:stCxn id="42" idx="0"/>
          </p:cNvCxnSpPr>
          <p:nvPr/>
        </p:nvCxnSpPr>
        <p:spPr>
          <a:xfrm flipH="1">
            <a:off x="8384692" y="2441853"/>
            <a:ext cx="4151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44089A3-63B6-12E7-5902-E18E8EAE096D}"/>
              </a:ext>
            </a:extLst>
          </p:cNvPr>
          <p:cNvCxnSpPr/>
          <p:nvPr/>
        </p:nvCxnSpPr>
        <p:spPr>
          <a:xfrm flipH="1">
            <a:off x="8384692" y="2950785"/>
            <a:ext cx="4151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42E3550-0265-0A88-7BC2-E2CC4F3E3860}"/>
              </a:ext>
            </a:extLst>
          </p:cNvPr>
          <p:cNvSpPr/>
          <p:nvPr/>
        </p:nvSpPr>
        <p:spPr>
          <a:xfrm>
            <a:off x="8409471" y="2296561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1A08B4E-A0B5-341F-8A9A-860AEA9BF352}"/>
              </a:ext>
            </a:extLst>
          </p:cNvPr>
          <p:cNvCxnSpPr>
            <a:cxnSpLocks/>
          </p:cNvCxnSpPr>
          <p:nvPr/>
        </p:nvCxnSpPr>
        <p:spPr>
          <a:xfrm>
            <a:off x="8547334" y="1517530"/>
            <a:ext cx="0" cy="7790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5EB7EE45-62CC-B045-9B02-BAAF20F35B4F}"/>
              </a:ext>
            </a:extLst>
          </p:cNvPr>
          <p:cNvSpPr/>
          <p:nvPr/>
        </p:nvSpPr>
        <p:spPr>
          <a:xfrm>
            <a:off x="9618027" y="2346134"/>
            <a:ext cx="708892" cy="1298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B86107-CDBA-B3A6-65FD-B708099C4E70}"/>
              </a:ext>
            </a:extLst>
          </p:cNvPr>
          <p:cNvSpPr txBox="1"/>
          <p:nvPr/>
        </p:nvSpPr>
        <p:spPr>
          <a:xfrm>
            <a:off x="8547334" y="1876983"/>
            <a:ext cx="727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Tri-state</a:t>
            </a:r>
          </a:p>
          <a:p>
            <a:r>
              <a:rPr lang="en-US" sz="1200" dirty="0"/>
              <a:t>Buffer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AAB83E-359B-7A92-2E15-F103148C4C19}"/>
              </a:ext>
            </a:extLst>
          </p:cNvPr>
          <p:cNvSpPr txBox="1"/>
          <p:nvPr/>
        </p:nvSpPr>
        <p:spPr>
          <a:xfrm>
            <a:off x="9631183" y="1884469"/>
            <a:ext cx="857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Motor</a:t>
            </a:r>
          </a:p>
          <a:p>
            <a:r>
              <a:rPr lang="en-US" sz="1200" dirty="0"/>
              <a:t>Controller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0EEB176-0A17-35FD-7F1E-FDEF21626585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4817106" y="1510682"/>
            <a:ext cx="5242784" cy="835452"/>
          </a:xfrm>
          <a:prstGeom prst="bentConnector4">
            <a:avLst>
              <a:gd name="adj1" fmla="val 1494"/>
              <a:gd name="adj2" fmla="val -3462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031A826-8038-A08B-8D7E-AEAC16A93BF4}"/>
              </a:ext>
            </a:extLst>
          </p:cNvPr>
          <p:cNvCxnSpPr>
            <a:cxnSpLocks/>
          </p:cNvCxnSpPr>
          <p:nvPr/>
        </p:nvCxnSpPr>
        <p:spPr>
          <a:xfrm flipV="1">
            <a:off x="8192276" y="3537750"/>
            <a:ext cx="1438907" cy="312377"/>
          </a:xfrm>
          <a:prstGeom prst="bentConnector3">
            <a:avLst>
              <a:gd name="adj1" fmla="val 8304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4FBFF2-1931-14C5-4869-62263F6845B1}"/>
              </a:ext>
            </a:extLst>
          </p:cNvPr>
          <p:cNvCxnSpPr>
            <a:cxnSpLocks/>
          </p:cNvCxnSpPr>
          <p:nvPr/>
        </p:nvCxnSpPr>
        <p:spPr>
          <a:xfrm>
            <a:off x="8192276" y="3513994"/>
            <a:ext cx="0" cy="318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46BA23-F8BD-8D80-7F8A-CB9E17718F51}"/>
              </a:ext>
            </a:extLst>
          </p:cNvPr>
          <p:cNvCxnSpPr>
            <a:cxnSpLocks/>
          </p:cNvCxnSpPr>
          <p:nvPr/>
        </p:nvCxnSpPr>
        <p:spPr>
          <a:xfrm>
            <a:off x="9213561" y="2762307"/>
            <a:ext cx="37518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68952B-5B63-B0F7-4E2E-17425F56C210}"/>
              </a:ext>
            </a:extLst>
          </p:cNvPr>
          <p:cNvCxnSpPr>
            <a:cxnSpLocks/>
          </p:cNvCxnSpPr>
          <p:nvPr/>
        </p:nvCxnSpPr>
        <p:spPr>
          <a:xfrm>
            <a:off x="9219424" y="3241338"/>
            <a:ext cx="37518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191802F-E56B-6644-7DDF-AE53D2D6E36D}"/>
              </a:ext>
            </a:extLst>
          </p:cNvPr>
          <p:cNvSpPr txBox="1"/>
          <p:nvPr/>
        </p:nvSpPr>
        <p:spPr>
          <a:xfrm>
            <a:off x="9067205" y="2561522"/>
            <a:ext cx="70884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On/Off  </a:t>
            </a:r>
          </a:p>
          <a:p>
            <a:r>
              <a:rPr lang="en-US" sz="1100" dirty="0"/>
              <a:t>   </a:t>
            </a:r>
          </a:p>
          <a:p>
            <a:r>
              <a:rPr lang="en-US" sz="1100" dirty="0" err="1"/>
              <a:t>Fwd</a:t>
            </a:r>
            <a:r>
              <a:rPr lang="en-US" sz="1100" dirty="0"/>
              <a:t>/Rev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AFB7C7D-1DD0-991A-0489-D80C3B0EA7D2}"/>
              </a:ext>
            </a:extLst>
          </p:cNvPr>
          <p:cNvCxnSpPr>
            <a:cxnSpLocks/>
          </p:cNvCxnSpPr>
          <p:nvPr/>
        </p:nvCxnSpPr>
        <p:spPr>
          <a:xfrm flipV="1">
            <a:off x="10369035" y="2747084"/>
            <a:ext cx="1495086" cy="1522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3602A5D-2063-B339-F1E0-021C1981D637}"/>
              </a:ext>
            </a:extLst>
          </p:cNvPr>
          <p:cNvCxnSpPr>
            <a:cxnSpLocks/>
          </p:cNvCxnSpPr>
          <p:nvPr/>
        </p:nvCxnSpPr>
        <p:spPr>
          <a:xfrm>
            <a:off x="10369035" y="3062993"/>
            <a:ext cx="1384053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40CA674-73FB-86CC-3420-1CD30E7B0836}"/>
              </a:ext>
            </a:extLst>
          </p:cNvPr>
          <p:cNvSpPr txBox="1"/>
          <p:nvPr/>
        </p:nvSpPr>
        <p:spPr>
          <a:xfrm>
            <a:off x="11116331" y="2496604"/>
            <a:ext cx="49564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Left</a:t>
            </a:r>
          </a:p>
          <a:p>
            <a:endParaRPr lang="en-US" sz="1100" dirty="0"/>
          </a:p>
          <a:p>
            <a:r>
              <a:rPr lang="en-US" sz="1100" dirty="0"/>
              <a:t>Right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31AAAE4-BEFE-C1C9-A35F-59442477E911}"/>
              </a:ext>
            </a:extLst>
          </p:cNvPr>
          <p:cNvSpPr/>
          <p:nvPr/>
        </p:nvSpPr>
        <p:spPr>
          <a:xfrm rot="16200000">
            <a:off x="10384765" y="2867476"/>
            <a:ext cx="668524" cy="1564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9B1866-12D5-4989-A34F-A99423D75BDF}"/>
              </a:ext>
            </a:extLst>
          </p:cNvPr>
          <p:cNvSpPr txBox="1"/>
          <p:nvPr/>
        </p:nvSpPr>
        <p:spPr>
          <a:xfrm>
            <a:off x="3212355" y="6013808"/>
            <a:ext cx="6575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DUT </a:t>
            </a:r>
          </a:p>
          <a:p>
            <a:r>
              <a:rPr lang="en-US" sz="1200" dirty="0"/>
              <a:t>Sensor</a:t>
            </a:r>
          </a:p>
          <a:p>
            <a:r>
              <a:rPr lang="en-US" sz="1200" dirty="0"/>
              <a:t>x4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2F7203-CB60-CF29-A1E2-06AF19A2EA74}"/>
              </a:ext>
            </a:extLst>
          </p:cNvPr>
          <p:cNvSpPr txBox="1"/>
          <p:nvPr/>
        </p:nvSpPr>
        <p:spPr>
          <a:xfrm>
            <a:off x="5657418" y="6169915"/>
            <a:ext cx="8771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DataQ</a:t>
            </a:r>
            <a:r>
              <a:rPr lang="en-US" dirty="0"/>
              <a:t> </a:t>
            </a:r>
          </a:p>
          <a:p>
            <a:r>
              <a:rPr lang="en-US" sz="1200" dirty="0"/>
              <a:t>DI-2108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835781-1D46-8EC0-8E3D-E2BA2E8FAE27}"/>
              </a:ext>
            </a:extLst>
          </p:cNvPr>
          <p:cNvSpPr txBox="1"/>
          <p:nvPr/>
        </p:nvSpPr>
        <p:spPr>
          <a:xfrm>
            <a:off x="3192614" y="2226011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9B8BFAD0-8AAB-7B03-15B5-BF1A66E22030}"/>
              </a:ext>
            </a:extLst>
          </p:cNvPr>
          <p:cNvCxnSpPr>
            <a:cxnSpLocks/>
          </p:cNvCxnSpPr>
          <p:nvPr/>
        </p:nvCxnSpPr>
        <p:spPr>
          <a:xfrm flipV="1">
            <a:off x="5575330" y="1544917"/>
            <a:ext cx="2972004" cy="2760850"/>
          </a:xfrm>
          <a:prstGeom prst="bentConnector3">
            <a:avLst>
              <a:gd name="adj1" fmla="val 62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F33CDC1-8763-6B5D-E558-3226BBC8BF57}"/>
              </a:ext>
            </a:extLst>
          </p:cNvPr>
          <p:cNvSpPr/>
          <p:nvPr/>
        </p:nvSpPr>
        <p:spPr>
          <a:xfrm>
            <a:off x="4399543" y="3705657"/>
            <a:ext cx="1520939" cy="127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F0B932-0DF7-B269-E583-04BD34B9F85D}"/>
              </a:ext>
            </a:extLst>
          </p:cNvPr>
          <p:cNvSpPr txBox="1"/>
          <p:nvPr/>
        </p:nvSpPr>
        <p:spPr>
          <a:xfrm>
            <a:off x="5217008" y="4283443"/>
            <a:ext cx="598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+5Vdc</a:t>
            </a:r>
          </a:p>
        </p:txBody>
      </p:sp>
    </p:spTree>
    <p:extLst>
      <p:ext uri="{BB962C8B-B14F-4D97-AF65-F5344CB8AC3E}">
        <p14:creationId xmlns:p14="http://schemas.microsoft.com/office/powerpoint/2010/main" val="232928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>
            <a:extLst>
              <a:ext uri="{FF2B5EF4-FFF2-40B4-BE49-F238E27FC236}">
                <a16:creationId xmlns:a16="http://schemas.microsoft.com/office/drawing/2014/main" id="{1B1C0DFB-3AD1-DD95-ED35-E15802924C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" t="8812" r="1861" b="26795"/>
          <a:stretch/>
        </p:blipFill>
        <p:spPr bwMode="auto">
          <a:xfrm>
            <a:off x="769527" y="411231"/>
            <a:ext cx="5571100" cy="492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" name="Speech Bubble: Rectangle with Corners Rounded 1023">
            <a:extLst>
              <a:ext uri="{FF2B5EF4-FFF2-40B4-BE49-F238E27FC236}">
                <a16:creationId xmlns:a16="http://schemas.microsoft.com/office/drawing/2014/main" id="{8DCC8BC7-04DF-09E8-828C-27F934BB1AB4}"/>
              </a:ext>
            </a:extLst>
          </p:cNvPr>
          <p:cNvSpPr/>
          <p:nvPr/>
        </p:nvSpPr>
        <p:spPr>
          <a:xfrm>
            <a:off x="1387363" y="4253713"/>
            <a:ext cx="1200150" cy="609600"/>
          </a:xfrm>
          <a:prstGeom prst="wedgeRoundRectCallout">
            <a:avLst>
              <a:gd name="adj1" fmla="val 82342"/>
              <a:gd name="adj2" fmla="val -406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USB Hub</a:t>
            </a:r>
          </a:p>
        </p:txBody>
      </p:sp>
      <p:sp>
        <p:nvSpPr>
          <p:cNvPr id="1025" name="Speech Bubble: Rectangle with Corners Rounded 1024">
            <a:extLst>
              <a:ext uri="{FF2B5EF4-FFF2-40B4-BE49-F238E27FC236}">
                <a16:creationId xmlns:a16="http://schemas.microsoft.com/office/drawing/2014/main" id="{6633FB17-0A7C-44C7-9D5E-27CCF79A46B8}"/>
              </a:ext>
            </a:extLst>
          </p:cNvPr>
          <p:cNvSpPr/>
          <p:nvPr/>
        </p:nvSpPr>
        <p:spPr>
          <a:xfrm>
            <a:off x="3263920" y="3644113"/>
            <a:ext cx="1200150" cy="609600"/>
          </a:xfrm>
          <a:prstGeom prst="wedgeRoundRectCallout">
            <a:avLst>
              <a:gd name="adj1" fmla="val -3372"/>
              <a:gd name="adj2" fmla="val -1281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DATAQ</a:t>
            </a:r>
          </a:p>
          <a:p>
            <a:pPr algn="ctr"/>
            <a:r>
              <a:rPr lang="en-US" dirty="0"/>
              <a:t>DI-2108</a:t>
            </a:r>
          </a:p>
        </p:txBody>
      </p:sp>
      <p:sp>
        <p:nvSpPr>
          <p:cNvPr id="1027" name="Speech Bubble: Rectangle with Corners Rounded 1026">
            <a:extLst>
              <a:ext uri="{FF2B5EF4-FFF2-40B4-BE49-F238E27FC236}">
                <a16:creationId xmlns:a16="http://schemas.microsoft.com/office/drawing/2014/main" id="{0429923B-EFAE-F5B6-DE41-7ECFB707A795}"/>
              </a:ext>
            </a:extLst>
          </p:cNvPr>
          <p:cNvSpPr/>
          <p:nvPr/>
        </p:nvSpPr>
        <p:spPr>
          <a:xfrm>
            <a:off x="2354927" y="276525"/>
            <a:ext cx="1200150" cy="609600"/>
          </a:xfrm>
          <a:prstGeom prst="wedgeRoundRectCallout">
            <a:avLst>
              <a:gd name="adj1" fmla="val 80755"/>
              <a:gd name="adj2" fmla="val 937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  <a:p>
            <a:pPr algn="ctr"/>
            <a:r>
              <a:rPr lang="en-US" dirty="0"/>
              <a:t>Circuit</a:t>
            </a:r>
          </a:p>
        </p:txBody>
      </p:sp>
      <p:sp>
        <p:nvSpPr>
          <p:cNvPr id="1028" name="Speech Bubble: Rectangle with Corners Rounded 1027">
            <a:extLst>
              <a:ext uri="{FF2B5EF4-FFF2-40B4-BE49-F238E27FC236}">
                <a16:creationId xmlns:a16="http://schemas.microsoft.com/office/drawing/2014/main" id="{D3488FDA-DE8B-EEBE-DC17-CE5BC61C68B4}"/>
              </a:ext>
            </a:extLst>
          </p:cNvPr>
          <p:cNvSpPr/>
          <p:nvPr/>
        </p:nvSpPr>
        <p:spPr>
          <a:xfrm>
            <a:off x="787288" y="645425"/>
            <a:ext cx="1200150" cy="609600"/>
          </a:xfrm>
          <a:prstGeom prst="wedgeRoundRectCallout">
            <a:avLst>
              <a:gd name="adj1" fmla="val 44665"/>
              <a:gd name="adj2" fmla="val 1253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Clip to</a:t>
            </a:r>
          </a:p>
          <a:p>
            <a:pPr algn="ctr"/>
            <a:r>
              <a:rPr lang="en-US" dirty="0"/>
              <a:t>OLS DUT</a:t>
            </a:r>
          </a:p>
        </p:txBody>
      </p:sp>
      <p:sp>
        <p:nvSpPr>
          <p:cNvPr id="1029" name="Speech Bubble: Rectangle with Corners Rounded 1028">
            <a:extLst>
              <a:ext uri="{FF2B5EF4-FFF2-40B4-BE49-F238E27FC236}">
                <a16:creationId xmlns:a16="http://schemas.microsoft.com/office/drawing/2014/main" id="{C3D05654-2F60-22BF-575F-3B17C9389BA0}"/>
              </a:ext>
            </a:extLst>
          </p:cNvPr>
          <p:cNvSpPr/>
          <p:nvPr/>
        </p:nvSpPr>
        <p:spPr>
          <a:xfrm>
            <a:off x="4878606" y="3992402"/>
            <a:ext cx="1200150" cy="609600"/>
          </a:xfrm>
          <a:prstGeom prst="wedgeRoundRectCallout">
            <a:avLst>
              <a:gd name="adj1" fmla="val -63690"/>
              <a:gd name="adj2" fmla="val 11250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24Vdc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98CEBA-41A6-7695-4AD1-5D257EB7E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3" t="14154" r="13960" b="70487"/>
          <a:stretch/>
        </p:blipFill>
        <p:spPr bwMode="auto">
          <a:xfrm>
            <a:off x="6747129" y="3833445"/>
            <a:ext cx="5205721" cy="302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DB8B5-9B64-6C64-CA35-9AC206E10F36}"/>
              </a:ext>
            </a:extLst>
          </p:cNvPr>
          <p:cNvSpPr txBox="1"/>
          <p:nvPr/>
        </p:nvSpPr>
        <p:spPr>
          <a:xfrm>
            <a:off x="7181409" y="441725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C37CF-F9C5-8E2D-39CD-506D0089790F}"/>
              </a:ext>
            </a:extLst>
          </p:cNvPr>
          <p:cNvSpPr txBox="1"/>
          <p:nvPr/>
        </p:nvSpPr>
        <p:spPr>
          <a:xfrm>
            <a:off x="6918517" y="500106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C9A35-116E-16BB-7ACC-574F8C7AB988}"/>
              </a:ext>
            </a:extLst>
          </p:cNvPr>
          <p:cNvSpPr txBox="1"/>
          <p:nvPr/>
        </p:nvSpPr>
        <p:spPr>
          <a:xfrm>
            <a:off x="8490414" y="43435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8AB49-A9A6-7DA4-E14C-C11FE65ED059}"/>
              </a:ext>
            </a:extLst>
          </p:cNvPr>
          <p:cNvSpPr txBox="1"/>
          <p:nvPr/>
        </p:nvSpPr>
        <p:spPr>
          <a:xfrm>
            <a:off x="8540320" y="575435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FCDE7-CD1E-D45C-5324-150E25E861AE}"/>
              </a:ext>
            </a:extLst>
          </p:cNvPr>
          <p:cNvSpPr txBox="1"/>
          <p:nvPr/>
        </p:nvSpPr>
        <p:spPr>
          <a:xfrm>
            <a:off x="8712964" y="4855363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0DBD0-CCCF-7710-C6DE-633142D50C18}"/>
              </a:ext>
            </a:extLst>
          </p:cNvPr>
          <p:cNvSpPr txBox="1"/>
          <p:nvPr/>
        </p:nvSpPr>
        <p:spPr>
          <a:xfrm>
            <a:off x="9847503" y="42050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0B71A-4877-6C94-FFB5-ACE6C33D55CB}"/>
              </a:ext>
            </a:extLst>
          </p:cNvPr>
          <p:cNvSpPr txBox="1"/>
          <p:nvPr/>
        </p:nvSpPr>
        <p:spPr>
          <a:xfrm>
            <a:off x="9847503" y="600673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28172-DCA5-F365-24B4-537836F60973}"/>
              </a:ext>
            </a:extLst>
          </p:cNvPr>
          <p:cNvSpPr txBox="1"/>
          <p:nvPr/>
        </p:nvSpPr>
        <p:spPr>
          <a:xfrm>
            <a:off x="10287783" y="5722536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6BD17-AF64-52B4-8090-DB9A6A5FAD8D}"/>
              </a:ext>
            </a:extLst>
          </p:cNvPr>
          <p:cNvSpPr txBox="1"/>
          <p:nvPr/>
        </p:nvSpPr>
        <p:spPr>
          <a:xfrm>
            <a:off x="11515494" y="5478865"/>
            <a:ext cx="386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F0B9A-2B6F-78E4-C462-0376CCFCC7D3}"/>
              </a:ext>
            </a:extLst>
          </p:cNvPr>
          <p:cNvSpPr txBox="1"/>
          <p:nvPr/>
        </p:nvSpPr>
        <p:spPr>
          <a:xfrm>
            <a:off x="11089923" y="6109732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71E6E-F461-2436-5EAE-2EEC9F225154}"/>
              </a:ext>
            </a:extLst>
          </p:cNvPr>
          <p:cNvSpPr txBox="1"/>
          <p:nvPr/>
        </p:nvSpPr>
        <p:spPr>
          <a:xfrm>
            <a:off x="10241308" y="4864071"/>
            <a:ext cx="4167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83AAF-46E7-7041-A2C8-332417105267}"/>
              </a:ext>
            </a:extLst>
          </p:cNvPr>
          <p:cNvSpPr txBox="1"/>
          <p:nvPr/>
        </p:nvSpPr>
        <p:spPr>
          <a:xfrm>
            <a:off x="8005965" y="5278064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ECFA9-7A54-8B41-5BBA-71F7BCCA7E5F}"/>
              </a:ext>
            </a:extLst>
          </p:cNvPr>
          <p:cNvSpPr txBox="1"/>
          <p:nvPr/>
        </p:nvSpPr>
        <p:spPr>
          <a:xfrm>
            <a:off x="11011375" y="4864072"/>
            <a:ext cx="41998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A9855-FA12-70F0-8433-A8B63E145C1A}"/>
              </a:ext>
            </a:extLst>
          </p:cNvPr>
          <p:cNvSpPr txBox="1"/>
          <p:nvPr/>
        </p:nvSpPr>
        <p:spPr>
          <a:xfrm>
            <a:off x="9831372" y="4725571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39A325-ADB0-6C5D-0E57-EC974462494C}"/>
              </a:ext>
            </a:extLst>
          </p:cNvPr>
          <p:cNvSpPr txBox="1"/>
          <p:nvPr/>
        </p:nvSpPr>
        <p:spPr>
          <a:xfrm>
            <a:off x="7978066" y="4909223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D8E50F-8370-4A6A-C145-D9B5B3C3754A}"/>
              </a:ext>
            </a:extLst>
          </p:cNvPr>
          <p:cNvSpPr txBox="1"/>
          <p:nvPr/>
        </p:nvSpPr>
        <p:spPr>
          <a:xfrm>
            <a:off x="8053408" y="5099138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F6548-FEF8-1E52-62B9-F6B10E408705}"/>
              </a:ext>
            </a:extLst>
          </p:cNvPr>
          <p:cNvSpPr txBox="1"/>
          <p:nvPr/>
        </p:nvSpPr>
        <p:spPr>
          <a:xfrm>
            <a:off x="8142938" y="4993861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E57EC-5BBF-1E61-44DF-3C0B58492D7F}"/>
              </a:ext>
            </a:extLst>
          </p:cNvPr>
          <p:cNvSpPr txBox="1"/>
          <p:nvPr/>
        </p:nvSpPr>
        <p:spPr>
          <a:xfrm>
            <a:off x="9480300" y="486132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7F0A8-3351-C41C-32BE-2546DCBE1663}"/>
              </a:ext>
            </a:extLst>
          </p:cNvPr>
          <p:cNvSpPr txBox="1"/>
          <p:nvPr/>
        </p:nvSpPr>
        <p:spPr>
          <a:xfrm>
            <a:off x="9736906" y="488931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4FB8-A082-4C30-80E4-DBD602F78C33}"/>
              </a:ext>
            </a:extLst>
          </p:cNvPr>
          <p:cNvSpPr txBox="1"/>
          <p:nvPr/>
        </p:nvSpPr>
        <p:spPr>
          <a:xfrm>
            <a:off x="9632923" y="4770724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13BE8-7E65-56B1-EBB8-DECB4EE0A603}"/>
              </a:ext>
            </a:extLst>
          </p:cNvPr>
          <p:cNvSpPr txBox="1"/>
          <p:nvPr/>
        </p:nvSpPr>
        <p:spPr>
          <a:xfrm>
            <a:off x="10272180" y="510336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pic>
        <p:nvPicPr>
          <p:cNvPr id="30" name="Picture 29" descr="A diagram of a circuit&#10;&#10;AI-generated content may be incorrect.">
            <a:extLst>
              <a:ext uri="{FF2B5EF4-FFF2-40B4-BE49-F238E27FC236}">
                <a16:creationId xmlns:a16="http://schemas.microsoft.com/office/drawing/2014/main" id="{D9AAAE4D-9CBE-CB51-4203-752507CE87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61" b="5248"/>
          <a:stretch/>
        </p:blipFill>
        <p:spPr>
          <a:xfrm>
            <a:off x="6229369" y="773361"/>
            <a:ext cx="5962631" cy="363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9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C60E46-5212-DB8E-8547-63AFB5D6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>
            <a:extLst>
              <a:ext uri="{FF2B5EF4-FFF2-40B4-BE49-F238E27FC236}">
                <a16:creationId xmlns:a16="http://schemas.microsoft.com/office/drawing/2014/main" id="{33289539-360D-D464-C5CC-B5EA4D4B95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" t="8812" r="1861" b="26795"/>
          <a:stretch/>
        </p:blipFill>
        <p:spPr bwMode="auto">
          <a:xfrm>
            <a:off x="190164" y="489587"/>
            <a:ext cx="5571100" cy="492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" name="Speech Bubble: Rectangle with Corners Rounded 1024">
            <a:extLst>
              <a:ext uri="{FF2B5EF4-FFF2-40B4-BE49-F238E27FC236}">
                <a16:creationId xmlns:a16="http://schemas.microsoft.com/office/drawing/2014/main" id="{F6809101-A272-BEB3-7EE8-D15ECCAB0E74}"/>
              </a:ext>
            </a:extLst>
          </p:cNvPr>
          <p:cNvSpPr/>
          <p:nvPr/>
        </p:nvSpPr>
        <p:spPr>
          <a:xfrm>
            <a:off x="3263920" y="3644113"/>
            <a:ext cx="1200150" cy="609600"/>
          </a:xfrm>
          <a:prstGeom prst="wedgeRoundRectCallout">
            <a:avLst>
              <a:gd name="adj1" fmla="val -3372"/>
              <a:gd name="adj2" fmla="val -1281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DATAQ</a:t>
            </a:r>
          </a:p>
          <a:p>
            <a:pPr algn="ctr"/>
            <a:r>
              <a:rPr lang="en-US" dirty="0"/>
              <a:t>DI-2108</a:t>
            </a:r>
          </a:p>
        </p:txBody>
      </p:sp>
      <p:sp>
        <p:nvSpPr>
          <p:cNvPr id="1027" name="Speech Bubble: Rectangle with Corners Rounded 1026">
            <a:extLst>
              <a:ext uri="{FF2B5EF4-FFF2-40B4-BE49-F238E27FC236}">
                <a16:creationId xmlns:a16="http://schemas.microsoft.com/office/drawing/2014/main" id="{8BFCA9B5-B2FC-A160-AFC4-6AA0C9614769}"/>
              </a:ext>
            </a:extLst>
          </p:cNvPr>
          <p:cNvSpPr/>
          <p:nvPr/>
        </p:nvSpPr>
        <p:spPr>
          <a:xfrm>
            <a:off x="2354927" y="276525"/>
            <a:ext cx="1200150" cy="609600"/>
          </a:xfrm>
          <a:prstGeom prst="wedgeRoundRectCallout">
            <a:avLst>
              <a:gd name="adj1" fmla="val 80755"/>
              <a:gd name="adj2" fmla="val 937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  <a:p>
            <a:pPr algn="ctr"/>
            <a:r>
              <a:rPr lang="en-US" dirty="0"/>
              <a:t>Circuit</a:t>
            </a:r>
          </a:p>
        </p:txBody>
      </p:sp>
      <p:sp>
        <p:nvSpPr>
          <p:cNvPr id="1028" name="Speech Bubble: Rectangle with Corners Rounded 1027">
            <a:extLst>
              <a:ext uri="{FF2B5EF4-FFF2-40B4-BE49-F238E27FC236}">
                <a16:creationId xmlns:a16="http://schemas.microsoft.com/office/drawing/2014/main" id="{CF4DB082-2C22-B0C2-5EF7-00D500AC2732}"/>
              </a:ext>
            </a:extLst>
          </p:cNvPr>
          <p:cNvSpPr/>
          <p:nvPr/>
        </p:nvSpPr>
        <p:spPr>
          <a:xfrm>
            <a:off x="787288" y="645425"/>
            <a:ext cx="1200150" cy="609600"/>
          </a:xfrm>
          <a:prstGeom prst="wedgeRoundRectCallout">
            <a:avLst>
              <a:gd name="adj1" fmla="val 44665"/>
              <a:gd name="adj2" fmla="val 1253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Clip to</a:t>
            </a:r>
          </a:p>
          <a:p>
            <a:pPr algn="ctr"/>
            <a:r>
              <a:rPr lang="en-US" dirty="0"/>
              <a:t>OLS DUT</a:t>
            </a:r>
          </a:p>
        </p:txBody>
      </p:sp>
      <p:sp>
        <p:nvSpPr>
          <p:cNvPr id="1029" name="Speech Bubble: Rectangle with Corners Rounded 1028">
            <a:extLst>
              <a:ext uri="{FF2B5EF4-FFF2-40B4-BE49-F238E27FC236}">
                <a16:creationId xmlns:a16="http://schemas.microsoft.com/office/drawing/2014/main" id="{0DB941FB-EA2C-B735-66B4-6F5A3C8C7900}"/>
              </a:ext>
            </a:extLst>
          </p:cNvPr>
          <p:cNvSpPr/>
          <p:nvPr/>
        </p:nvSpPr>
        <p:spPr>
          <a:xfrm>
            <a:off x="4878606" y="3992402"/>
            <a:ext cx="1200150" cy="609600"/>
          </a:xfrm>
          <a:prstGeom prst="wedgeRoundRectCallout">
            <a:avLst>
              <a:gd name="adj1" fmla="val -63690"/>
              <a:gd name="adj2" fmla="val 11250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24Vdc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62EDA6E-6ACB-4F93-5D74-0E4376262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3" t="14154" r="13960" b="70487"/>
          <a:stretch/>
        </p:blipFill>
        <p:spPr bwMode="auto">
          <a:xfrm>
            <a:off x="1196947" y="4195001"/>
            <a:ext cx="5205721" cy="302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CCB5B5-BC48-CC41-99D1-B881E2579047}"/>
              </a:ext>
            </a:extLst>
          </p:cNvPr>
          <p:cNvSpPr txBox="1"/>
          <p:nvPr/>
        </p:nvSpPr>
        <p:spPr>
          <a:xfrm>
            <a:off x="7181409" y="441725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E86B0-E992-B510-7AFA-7C33C01DF9DF}"/>
              </a:ext>
            </a:extLst>
          </p:cNvPr>
          <p:cNvSpPr txBox="1"/>
          <p:nvPr/>
        </p:nvSpPr>
        <p:spPr>
          <a:xfrm>
            <a:off x="6918517" y="500106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1C95C-5B3D-FF82-7958-D8658D25ACE9}"/>
              </a:ext>
            </a:extLst>
          </p:cNvPr>
          <p:cNvSpPr txBox="1"/>
          <p:nvPr/>
        </p:nvSpPr>
        <p:spPr>
          <a:xfrm>
            <a:off x="8490414" y="43435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519AB-5255-7F2D-0851-226027C96204}"/>
              </a:ext>
            </a:extLst>
          </p:cNvPr>
          <p:cNvSpPr txBox="1"/>
          <p:nvPr/>
        </p:nvSpPr>
        <p:spPr>
          <a:xfrm>
            <a:off x="8540320" y="575435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5B4829-8A84-8B6C-0066-9998F74DDBA4}"/>
              </a:ext>
            </a:extLst>
          </p:cNvPr>
          <p:cNvSpPr txBox="1"/>
          <p:nvPr/>
        </p:nvSpPr>
        <p:spPr>
          <a:xfrm>
            <a:off x="8712964" y="4855363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C42E7-66EF-6FED-DB71-B3E57453CA4E}"/>
              </a:ext>
            </a:extLst>
          </p:cNvPr>
          <p:cNvSpPr txBox="1"/>
          <p:nvPr/>
        </p:nvSpPr>
        <p:spPr>
          <a:xfrm>
            <a:off x="9847503" y="42050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72DFB-314D-4FE6-065E-A22E9F5D4979}"/>
              </a:ext>
            </a:extLst>
          </p:cNvPr>
          <p:cNvSpPr txBox="1"/>
          <p:nvPr/>
        </p:nvSpPr>
        <p:spPr>
          <a:xfrm>
            <a:off x="9847503" y="600673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B5AB9-AB61-2C61-A518-875FBAA49947}"/>
              </a:ext>
            </a:extLst>
          </p:cNvPr>
          <p:cNvSpPr txBox="1"/>
          <p:nvPr/>
        </p:nvSpPr>
        <p:spPr>
          <a:xfrm>
            <a:off x="10287783" y="5722536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0AE44-33FE-87B8-FC3E-1DD6913F0450}"/>
              </a:ext>
            </a:extLst>
          </p:cNvPr>
          <p:cNvSpPr txBox="1"/>
          <p:nvPr/>
        </p:nvSpPr>
        <p:spPr>
          <a:xfrm>
            <a:off x="11515494" y="5478865"/>
            <a:ext cx="386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EB2DE-E19D-A5F7-EB53-C9B4315E58B4}"/>
              </a:ext>
            </a:extLst>
          </p:cNvPr>
          <p:cNvSpPr txBox="1"/>
          <p:nvPr/>
        </p:nvSpPr>
        <p:spPr>
          <a:xfrm>
            <a:off x="11089923" y="6109732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C9EAC2-1F55-F495-93EC-5ED9A96C5A6A}"/>
              </a:ext>
            </a:extLst>
          </p:cNvPr>
          <p:cNvSpPr txBox="1"/>
          <p:nvPr/>
        </p:nvSpPr>
        <p:spPr>
          <a:xfrm>
            <a:off x="10241308" y="4864071"/>
            <a:ext cx="4167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7DE4B-568F-7E95-B2E2-975EF45FCC72}"/>
              </a:ext>
            </a:extLst>
          </p:cNvPr>
          <p:cNvSpPr txBox="1"/>
          <p:nvPr/>
        </p:nvSpPr>
        <p:spPr>
          <a:xfrm>
            <a:off x="8005965" y="5278064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656CA3-619F-FB74-715B-29A835499FAB}"/>
              </a:ext>
            </a:extLst>
          </p:cNvPr>
          <p:cNvSpPr txBox="1"/>
          <p:nvPr/>
        </p:nvSpPr>
        <p:spPr>
          <a:xfrm>
            <a:off x="11011375" y="4864072"/>
            <a:ext cx="41998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3D898-63F6-8F2F-CD8A-1A83FF0A818C}"/>
              </a:ext>
            </a:extLst>
          </p:cNvPr>
          <p:cNvSpPr txBox="1"/>
          <p:nvPr/>
        </p:nvSpPr>
        <p:spPr>
          <a:xfrm>
            <a:off x="9831372" y="4725571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B3EE75-240E-B605-16C8-70967CF0B53A}"/>
              </a:ext>
            </a:extLst>
          </p:cNvPr>
          <p:cNvSpPr txBox="1"/>
          <p:nvPr/>
        </p:nvSpPr>
        <p:spPr>
          <a:xfrm>
            <a:off x="7978066" y="4909223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4203B-7B7E-C37B-5FF3-4D8C480F0C04}"/>
              </a:ext>
            </a:extLst>
          </p:cNvPr>
          <p:cNvSpPr txBox="1"/>
          <p:nvPr/>
        </p:nvSpPr>
        <p:spPr>
          <a:xfrm>
            <a:off x="8053408" y="5099138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413B5-291F-38DA-B1EC-440656A71947}"/>
              </a:ext>
            </a:extLst>
          </p:cNvPr>
          <p:cNvSpPr txBox="1"/>
          <p:nvPr/>
        </p:nvSpPr>
        <p:spPr>
          <a:xfrm>
            <a:off x="8142938" y="4993861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4D921C-D88C-4886-A001-655886BA54A2}"/>
              </a:ext>
            </a:extLst>
          </p:cNvPr>
          <p:cNvSpPr txBox="1"/>
          <p:nvPr/>
        </p:nvSpPr>
        <p:spPr>
          <a:xfrm>
            <a:off x="9480300" y="486132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559D5-83EA-6B74-FFCD-D1D3B8DBD09D}"/>
              </a:ext>
            </a:extLst>
          </p:cNvPr>
          <p:cNvSpPr txBox="1"/>
          <p:nvPr/>
        </p:nvSpPr>
        <p:spPr>
          <a:xfrm>
            <a:off x="9736906" y="488931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4175BD-EA6F-E773-EFC6-6756822E1CEC}"/>
              </a:ext>
            </a:extLst>
          </p:cNvPr>
          <p:cNvSpPr txBox="1"/>
          <p:nvPr/>
        </p:nvSpPr>
        <p:spPr>
          <a:xfrm>
            <a:off x="9632923" y="4770724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8F874-C3D4-8D61-40C2-52EC6C4CF148}"/>
              </a:ext>
            </a:extLst>
          </p:cNvPr>
          <p:cNvSpPr txBox="1"/>
          <p:nvPr/>
        </p:nvSpPr>
        <p:spPr>
          <a:xfrm>
            <a:off x="10272180" y="510336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pic>
        <p:nvPicPr>
          <p:cNvPr id="30" name="Picture 29" descr="A diagram of a circuit&#10;&#10;AI-generated content may be incorrect.">
            <a:extLst>
              <a:ext uri="{FF2B5EF4-FFF2-40B4-BE49-F238E27FC236}">
                <a16:creationId xmlns:a16="http://schemas.microsoft.com/office/drawing/2014/main" id="{FA27C199-9918-252E-AB7E-CDB3198EBB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61" b="5248"/>
          <a:stretch/>
        </p:blipFill>
        <p:spPr>
          <a:xfrm>
            <a:off x="6229369" y="773361"/>
            <a:ext cx="5962631" cy="3639069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02DFBAC5-FC50-9146-52C9-EE81CCBF4B0A}"/>
              </a:ext>
            </a:extLst>
          </p:cNvPr>
          <p:cNvSpPr/>
          <p:nvPr/>
        </p:nvSpPr>
        <p:spPr>
          <a:xfrm>
            <a:off x="3195578" y="4858338"/>
            <a:ext cx="1550450" cy="609600"/>
          </a:xfrm>
          <a:prstGeom prst="wedgeRoundRectCallout">
            <a:avLst>
              <a:gd name="adj1" fmla="val -121199"/>
              <a:gd name="adj2" fmla="val 8559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1K</a:t>
            </a:r>
            <a:r>
              <a:rPr lang="en-US" dirty="0">
                <a:sym typeface="Symbol" panose="05050102010706020507" pitchFamily="18" charset="2"/>
              </a:rPr>
              <a:t> Ref Resistor</a:t>
            </a:r>
            <a:endParaRPr lang="en-US" dirty="0"/>
          </a:p>
        </p:txBody>
      </p:sp>
      <p:sp>
        <p:nvSpPr>
          <p:cNvPr id="1024" name="Speech Bubble: Rectangle with Corners Rounded 1023">
            <a:extLst>
              <a:ext uri="{FF2B5EF4-FFF2-40B4-BE49-F238E27FC236}">
                <a16:creationId xmlns:a16="http://schemas.microsoft.com/office/drawing/2014/main" id="{C790C6D9-495F-7A4E-78F4-26514CF41632}"/>
              </a:ext>
            </a:extLst>
          </p:cNvPr>
          <p:cNvSpPr/>
          <p:nvPr/>
        </p:nvSpPr>
        <p:spPr>
          <a:xfrm>
            <a:off x="2454539" y="4228579"/>
            <a:ext cx="1550450" cy="609600"/>
          </a:xfrm>
          <a:prstGeom prst="wedgeRoundRectCallout">
            <a:avLst>
              <a:gd name="adj1" fmla="val -87395"/>
              <a:gd name="adj2" fmla="val 15327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  <a:r>
              <a:rPr lang="en-US" dirty="0">
                <a:sym typeface="Symbol" panose="05050102010706020507" pitchFamily="18" charset="2"/>
              </a:rPr>
              <a:t> Ref Resistor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375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7B95DC-AE26-545E-74D4-E3346C606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7" y="1637239"/>
            <a:ext cx="5206435" cy="3048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D80D74-ED88-3BB7-0C09-5E8A2531A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641" y="1637239"/>
            <a:ext cx="5744377" cy="4429743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423871A9-50F4-1DCA-FCEE-FB79EEE78E37}"/>
              </a:ext>
            </a:extLst>
          </p:cNvPr>
          <p:cNvSpPr/>
          <p:nvPr/>
        </p:nvSpPr>
        <p:spPr>
          <a:xfrm>
            <a:off x="8750320" y="2243254"/>
            <a:ext cx="2099816" cy="609600"/>
          </a:xfrm>
          <a:prstGeom prst="wedgeRoundRectCallout">
            <a:avLst>
              <a:gd name="adj1" fmla="val -40014"/>
              <a:gd name="adj2" fmla="val 16821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App</a:t>
            </a:r>
          </a:p>
          <a:p>
            <a:pPr algn="ctr"/>
            <a:r>
              <a:rPr lang="en-US" dirty="0"/>
              <a:t>Resistances Here</a:t>
            </a:r>
          </a:p>
        </p:txBody>
      </p:sp>
    </p:spTree>
    <p:extLst>
      <p:ext uri="{BB962C8B-B14F-4D97-AF65-F5344CB8AC3E}">
        <p14:creationId xmlns:p14="http://schemas.microsoft.com/office/powerpoint/2010/main" val="199900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13822</TotalTime>
  <Words>653</Words>
  <Application>Microsoft Office PowerPoint</Application>
  <PresentationFormat>Widescreen</PresentationFormat>
  <Paragraphs>252</Paragraphs>
  <Slides>18</Slides>
  <Notes>8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Arial Nova</vt:lpstr>
      <vt:lpstr>Symbol</vt:lpstr>
      <vt:lpstr>Office Theme</vt:lpstr>
      <vt:lpstr>Hardware and Interface PCB block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to measure resistance to determine “has switched” PASS/FAIL</vt:lpstr>
      <vt:lpstr>Tank Level Response at various motor speeds</vt:lpstr>
      <vt:lpstr>Breadboard LT3092 Current Source  Drift over 15 hours</vt:lpstr>
      <vt:lpstr>Current source stability over 15 hrs,  Start and End trace,  2000 seconds each trace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Rick Ales Consulting</dc:creator>
  <cp:lastModifiedBy>Multi Level Oil Indicator</cp:lastModifiedBy>
  <cp:revision>34</cp:revision>
  <cp:lastPrinted>2025-03-17T21:26:02Z</cp:lastPrinted>
  <dcterms:created xsi:type="dcterms:W3CDTF">2024-04-23T13:48:51Z</dcterms:created>
  <dcterms:modified xsi:type="dcterms:W3CDTF">2026-09-29T13:38:46Z</dcterms:modified>
</cp:coreProperties>
</file>